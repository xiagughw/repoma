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290d530f354ad6" /><Relationship Type="http://schemas.openxmlformats.org/officeDocument/2006/relationships/extended-properties" Target="/docProps/app.xml" Id="R6ade5d12cf0b494c" /><Relationship Type="http://schemas.openxmlformats.org/officeDocument/2006/relationships/officeDocument" Target="/ppt/presentation.xml" Id="Ra47b0f03645040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06723c1fe24933"/>
  </p:sldMasterIdLst>
  <p:notesMasterIdLst>
    <p:notesMasterId xmlns:r="http://schemas.openxmlformats.org/officeDocument/2006/relationships" r:id="R35b85597063a4162"/>
  </p:notesMasterIdLst>
  <p:sldIdLst>
    <p:sldId xmlns:r="http://schemas.openxmlformats.org/officeDocument/2006/relationships" id="256" r:id="R3d5c4f5237494214"/>
    <p:sldId xmlns:r="http://schemas.openxmlformats.org/officeDocument/2006/relationships" id="257" r:id="R6942a7675f454c97"/>
    <p:sldId xmlns:r="http://schemas.openxmlformats.org/officeDocument/2006/relationships" id="258" r:id="R92b4d925359e4178"/>
    <p:sldId xmlns:r="http://schemas.openxmlformats.org/officeDocument/2006/relationships" id="259" r:id="R67f9934077564bbf"/>
    <p:sldId xmlns:r="http://schemas.openxmlformats.org/officeDocument/2006/relationships" id="260" r:id="R1d2ad40fb7fe4fcf"/>
    <p:sldId xmlns:r="http://schemas.openxmlformats.org/officeDocument/2006/relationships" id="261" r:id="Rcf5d708aaa20461f"/>
    <p:sldId xmlns:r="http://schemas.openxmlformats.org/officeDocument/2006/relationships" id="262" r:id="R154b4b6a871d472b"/>
    <p:sldId xmlns:r="http://schemas.openxmlformats.org/officeDocument/2006/relationships" id="263" r:id="R746020d19cfa44c8"/>
    <p:sldId xmlns:r="http://schemas.openxmlformats.org/officeDocument/2006/relationships" id="264" r:id="Rb56042d33cbc4435"/>
    <p:sldId xmlns:r="http://schemas.openxmlformats.org/officeDocument/2006/relationships" id="265" r:id="R10a9fc0354f6495e"/>
    <p:sldId xmlns:r="http://schemas.openxmlformats.org/officeDocument/2006/relationships" id="266" r:id="R0551f11ea8ba4fbd"/>
    <p:sldId xmlns:r="http://schemas.openxmlformats.org/officeDocument/2006/relationships" id="267" r:id="Ra4bb1abd95214439"/>
    <p:sldId xmlns:r="http://schemas.openxmlformats.org/officeDocument/2006/relationships" id="268" r:id="R1db99c9a3ea14d50"/>
    <p:sldId xmlns:r="http://schemas.openxmlformats.org/officeDocument/2006/relationships" id="269" r:id="R9796d01d08274c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d7ee3635044ad" /><Relationship Type="http://schemas.openxmlformats.org/officeDocument/2006/relationships/slideMaster" Target="/ppt/slideMasters/slideMaster1.xml" Id="Re006723c1fe24933" /><Relationship Type="http://schemas.openxmlformats.org/officeDocument/2006/relationships/notesMaster" Target="/ppt/notesMasters/notesMaster1.xml" Id="R35b85597063a4162" /><Relationship Type="http://schemas.openxmlformats.org/officeDocument/2006/relationships/presProps" Target="/ppt/presProps.xml" Id="R78e965a7c48f4f1b" /><Relationship Type="http://schemas.openxmlformats.org/officeDocument/2006/relationships/tableStyles" Target="/ppt/tableStyles.xml" Id="R9b17bbf55b544d8a" /><Relationship Type="http://schemas.openxmlformats.org/officeDocument/2006/relationships/slide" Target="/ppt/slides/slide1.xml" Id="R3d5c4f5237494214" /><Relationship Type="http://schemas.openxmlformats.org/officeDocument/2006/relationships/slide" Target="/ppt/slides/slide2.xml" Id="R6942a7675f454c97" /><Relationship Type="http://schemas.openxmlformats.org/officeDocument/2006/relationships/slide" Target="/ppt/slides/slide3.xml" Id="R92b4d925359e4178" /><Relationship Type="http://schemas.openxmlformats.org/officeDocument/2006/relationships/slide" Target="/ppt/slides/slide4.xml" Id="R67f9934077564bbf" /><Relationship Type="http://schemas.openxmlformats.org/officeDocument/2006/relationships/slide" Target="/ppt/slides/slide5.xml" Id="R1d2ad40fb7fe4fcf" /><Relationship Type="http://schemas.openxmlformats.org/officeDocument/2006/relationships/slide" Target="/ppt/slides/slide6.xml" Id="Rcf5d708aaa20461f" /><Relationship Type="http://schemas.openxmlformats.org/officeDocument/2006/relationships/slide" Target="/ppt/slides/slide7.xml" Id="R154b4b6a871d472b" /><Relationship Type="http://schemas.openxmlformats.org/officeDocument/2006/relationships/slide" Target="/ppt/slides/slide8.xml" Id="R746020d19cfa44c8" /><Relationship Type="http://schemas.openxmlformats.org/officeDocument/2006/relationships/slide" Target="/ppt/slides/slide9.xml" Id="Rb56042d33cbc4435" /><Relationship Type="http://schemas.openxmlformats.org/officeDocument/2006/relationships/slide" Target="/ppt/slides/slide10.xml" Id="R10a9fc0354f6495e" /><Relationship Type="http://schemas.openxmlformats.org/officeDocument/2006/relationships/slide" Target="/ppt/slides/slide11.xml" Id="R0551f11ea8ba4fbd" /><Relationship Type="http://schemas.openxmlformats.org/officeDocument/2006/relationships/slide" Target="/ppt/slides/slide12.xml" Id="Ra4bb1abd95214439" /><Relationship Type="http://schemas.openxmlformats.org/officeDocument/2006/relationships/slide" Target="/ppt/slides/slide13.xml" Id="R1db99c9a3ea14d50" /><Relationship Type="http://schemas.openxmlformats.org/officeDocument/2006/relationships/slide" Target="/ppt/slides/slide14.xml" Id="R9796d01d0827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411a087da849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e30ea0c4b4bc0" /><Relationship Type="http://schemas.openxmlformats.org/officeDocument/2006/relationships/notesMaster" Target="/ppt/notesMasters/notesMaster1.xml" Id="R24f869a90ec4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eeae34d9546d2" /><Relationship Type="http://schemas.openxmlformats.org/officeDocument/2006/relationships/notesMaster" Target="/ppt/notesMasters/notesMaster1.xml" Id="R2c020a5001874d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7e5463d64649e6" /><Relationship Type="http://schemas.openxmlformats.org/officeDocument/2006/relationships/notesMaster" Target="/ppt/notesMasters/notesMaster1.xml" Id="R0767ade919f3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33bcdcca104b31" /><Relationship Type="http://schemas.openxmlformats.org/officeDocument/2006/relationships/notesMaster" Target="/ppt/notesMasters/notesMaster1.xml" Id="Rffa72b591c964f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12f473be634903" /><Relationship Type="http://schemas.openxmlformats.org/officeDocument/2006/relationships/notesMaster" Target="/ppt/notesMasters/notesMaster1.xml" Id="R2efd931b6f85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299553ed654361" /><Relationship Type="http://schemas.openxmlformats.org/officeDocument/2006/relationships/notesMaster" Target="/ppt/notesMasters/notesMaster1.xml" Id="R60afd37ce25d4b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79b3058e464682" /><Relationship Type="http://schemas.openxmlformats.org/officeDocument/2006/relationships/notesMaster" Target="/ppt/notesMasters/notesMaster1.xml" Id="R999f685c2fd446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db12f18b654105" /><Relationship Type="http://schemas.openxmlformats.org/officeDocument/2006/relationships/notesMaster" Target="/ppt/notesMasters/notesMaster1.xml" Id="Redb20377a1d84c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58c092e5e34dfd" /><Relationship Type="http://schemas.openxmlformats.org/officeDocument/2006/relationships/notesMaster" Target="/ppt/notesMasters/notesMaster1.xml" Id="R654c9b02b42249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e80917b52d471b" /><Relationship Type="http://schemas.openxmlformats.org/officeDocument/2006/relationships/notesMaster" Target="/ppt/notesMasters/notesMaster1.xml" Id="Rc9d7399746004e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9cd7b6e66a4029" /><Relationship Type="http://schemas.openxmlformats.org/officeDocument/2006/relationships/notesMaster" Target="/ppt/notesMasters/notesMaster1.xml" Id="Ra8e4ddc399ed48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c3e428f3eb4e1f" /><Relationship Type="http://schemas.openxmlformats.org/officeDocument/2006/relationships/notesMaster" Target="/ppt/notesMasters/notesMaster1.xml" Id="R1ee7197fc07747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76bb4d149f462c" /><Relationship Type="http://schemas.openxmlformats.org/officeDocument/2006/relationships/notesMaster" Target="/ppt/notesMasters/notesMaster1.xml" Id="R619057176d4a48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763fbbc0e84b7a" /><Relationship Type="http://schemas.openxmlformats.org/officeDocument/2006/relationships/notesMaster" Target="/ppt/notesMasters/notesMaster1.xml" Id="R417a3a180fe448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41109acff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ca086495e945d1" /><Relationship Type="http://schemas.openxmlformats.org/officeDocument/2006/relationships/slideLayout" Target="/ppt/slideLayouts/slideLayout1.xml" Id="Rba2e19dfce744a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2e19dfce744a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46fd7bc6347d3" /><Relationship Type="http://schemas.openxmlformats.org/officeDocument/2006/relationships/notesSlide" Target="/ppt/notesSlides/notesSlide1.xml" Id="Rf49aae2f86e94a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af7534456421c" /><Relationship Type="http://schemas.openxmlformats.org/officeDocument/2006/relationships/notesSlide" Target="/ppt/notesSlides/notesSlide2.xml" Id="R7413736d3fce44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5cdf8ddf04dc1" /><Relationship Type="http://schemas.openxmlformats.org/officeDocument/2006/relationships/notesSlide" Target="/ppt/notesSlides/notesSlide3.xml" Id="Rfbee006ec0df4f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34db73cc14d1d" /><Relationship Type="http://schemas.openxmlformats.org/officeDocument/2006/relationships/notesSlide" Target="/ppt/notesSlides/notesSlide4.xml" Id="R894246afcb74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d701411f74e35" /><Relationship Type="http://schemas.openxmlformats.org/officeDocument/2006/relationships/notesSlide" Target="/ppt/notesSlides/notesSlide5.xml" Id="R057382fcb94445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3af242ec04022" /><Relationship Type="http://schemas.openxmlformats.org/officeDocument/2006/relationships/notesSlide" Target="/ppt/notesSlides/notesSlide6.xml" Id="R0999b9c953bc4f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7f336de21437b" /><Relationship Type="http://schemas.openxmlformats.org/officeDocument/2006/relationships/notesSlide" Target="/ppt/notesSlides/notesSlide7.xml" Id="Rc66f2c8320d240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ae7e2f2684af7" /><Relationship Type="http://schemas.openxmlformats.org/officeDocument/2006/relationships/notesSlide" Target="/ppt/notesSlides/notesSlide8.xml" Id="R43b9deb88dc54d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b58d664244c0e" /><Relationship Type="http://schemas.openxmlformats.org/officeDocument/2006/relationships/notesSlide" Target="/ppt/notesSlides/notesSlide9.xml" Id="Rd073894c907943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9ea666cf844f2" /><Relationship Type="http://schemas.openxmlformats.org/officeDocument/2006/relationships/notesSlide" Target="/ppt/notesSlides/notesSlide10.xml" Id="R6bfc5c29b1c34a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b958a92674d9e" /><Relationship Type="http://schemas.openxmlformats.org/officeDocument/2006/relationships/notesSlide" Target="/ppt/notesSlides/notesSlide11.xml" Id="R7d2f177f2b7142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af415b5c444e0" /><Relationship Type="http://schemas.openxmlformats.org/officeDocument/2006/relationships/notesSlide" Target="/ppt/notesSlides/notesSlide12.xml" Id="R8a551e5760364d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c111705fa47ab" /><Relationship Type="http://schemas.openxmlformats.org/officeDocument/2006/relationships/notesSlide" Target="/ppt/notesSlides/notesSlide13.xml" Id="Rc12ff986dff740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a15404f3b48b5" /><Relationship Type="http://schemas.openxmlformats.org/officeDocument/2006/relationships/notesSlide" Target="/ppt/notesSlides/notesSlide14.xml" Id="R43cb129676d54f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3455B22-16F0-4153-9509-A7FD791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146ABC4D-786C-4B02-A74D-0FA8D14F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Datenaufbereitung und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erster Gemini-Pilotversuch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F1CB11D-1C4C-4D61-BD16-8CF13387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Aktueller Arbeitsstand</a:t>
            </a:r>
          </a:p>
        </p:txBody>
      </p:sp>
    </p:spTree>
    <p:extLst>
      <p:ext uri="{BB962C8B-B14F-4D97-AF65-F5344CB8AC3E}">
        <p14:creationId xmlns:p14="http://schemas.microsoft.com/office/powerpoint/2010/main" val="347093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Die HBG-Liste bildet die gemeinsame Ausgangsbasis">
            <a:extLst xmlns:a="http://schemas.openxmlformats.org/drawingml/2006/main">
              <a:ext uri="{FF2B5EF4-FFF2-40B4-BE49-F238E27FC236}">
                <a16:creationId xmlns:a16="http://schemas.microsoft.com/office/drawing/2014/main" id="{A89F8732-4A0E-4BD7-8D5B-6C3BF21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Die HBG-Liste bildet die gemeinsame Ausgangsbasis</a:t>
            </a:r>
          </a:p>
        </p:txBody>
      </p:sp>
      <p:sp>
        <p:nvSpPr>
          <p:cNvPr id="2" name="title-rule-Die HBG-Liste bildet die gemeinsame Ausgangsbasis">
            <a:extLst xmlns:a="http://schemas.openxmlformats.org/drawingml/2006/main">
              <a:ext uri="{FF2B5EF4-FFF2-40B4-BE49-F238E27FC236}">
                <a16:creationId xmlns:a16="http://schemas.microsoft.com/office/drawing/2014/main" id="{EB8407A7-F74A-4C34-8657-E07E4B9F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F0E1332-B6AF-4047-97FA-0E3F793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7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C341153-A78C-4F9F-AB80-4D122AE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8" name="flow-node-title-0">
            <a:extLst xmlns:a="http://schemas.openxmlformats.org/drawingml/2006/main">
              <a:ext uri="{FF2B5EF4-FFF2-40B4-BE49-F238E27FC236}">
                <a16:creationId xmlns:a16="http://schemas.microsoft.com/office/drawing/2014/main" id="{F04BF55A-B5D9-4A07-8C92-45B870E4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„Datensatz Overview“</a:t>
            </a:r>
          </a:p>
        </p:txBody>
      </p:sp>
      <p:sp>
        <p:nvSpPr>
          <p:cNvPr id="9" name="flow-node-sub-0">
            <a:extLst xmlns:a="http://schemas.openxmlformats.org/drawingml/2006/main">
              <a:ext uri="{FF2B5EF4-FFF2-40B4-BE49-F238E27FC236}">
                <a16:creationId xmlns:a16="http://schemas.microsoft.com/office/drawing/2014/main" id="{9ECA217B-4B5D-4EBC-8579-53BCC9A2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7 Sheets</a:t>
            </a:r>
          </a:p>
        </p:txBody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71239A5E-2855-482B-A311-0E55D63D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1" name="flow-node-title-1">
            <a:extLst xmlns:a="http://schemas.openxmlformats.org/drawingml/2006/main">
              <a:ext uri="{FF2B5EF4-FFF2-40B4-BE49-F238E27FC236}">
                <a16:creationId xmlns:a16="http://schemas.microsoft.com/office/drawing/2014/main" id="{B4F89CD9-A8D5-481B-8847-77612C5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Alle HBG</a:t>
            </a:r>
          </a:p>
        </p:txBody>
      </p:sp>
      <p:sp>
        <p:nvSpPr>
          <p:cNvPr id="12" name="flow-node-sub-1">
            <a:extLst xmlns:a="http://schemas.openxmlformats.org/drawingml/2006/main">
              <a:ext uri="{FF2B5EF4-FFF2-40B4-BE49-F238E27FC236}">
                <a16:creationId xmlns:a16="http://schemas.microsoft.com/office/drawing/2014/main" id="{0E9B46C3-7174-4F44-95E5-01E2396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zusammenführen</a:t>
            </a:r>
          </a:p>
        </p:txBody>
      </p:sp>
    </p:spTree>
    <p:extLst>
      <p:ext uri="{BB962C8B-B14F-4D97-AF65-F5344CB8AC3E}">
        <p14:creationId xmlns:p14="http://schemas.microsoft.com/office/powerpoint/2010/main" val="1215860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Die HBG-Liste bildet die gemeinsame Ausgangsbasis">
            <a:extLst xmlns:a="http://schemas.openxmlformats.org/drawingml/2006/main">
              <a:ext uri="{FF2B5EF4-FFF2-40B4-BE49-F238E27FC236}">
                <a16:creationId xmlns:a16="http://schemas.microsoft.com/office/drawing/2014/main" id="{A89F8732-4A0E-4BD7-8D5B-6C3BF21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Die HBG-Liste bildet die gemeinsame Ausgangsbasis</a:t>
            </a:r>
          </a:p>
        </p:txBody>
      </p:sp>
      <p:sp>
        <p:nvSpPr>
          <p:cNvPr id="2" name="title-rule-Die HBG-Liste bildet die gemeinsame Ausgangsbasis">
            <a:extLst xmlns:a="http://schemas.openxmlformats.org/drawingml/2006/main">
              <a:ext uri="{FF2B5EF4-FFF2-40B4-BE49-F238E27FC236}">
                <a16:creationId xmlns:a16="http://schemas.microsoft.com/office/drawing/2014/main" id="{EB8407A7-F74A-4C34-8657-E07E4B9F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F0E1332-B6AF-4047-97FA-0E3F793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3EFAD52-489B-4600-AD09-B963F8F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79F8846-DBAD-4B49-835F-04119D9C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7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C341153-A78C-4F9F-AB80-4D122AE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8" name="flow-node-title-0">
            <a:extLst xmlns:a="http://schemas.openxmlformats.org/drawingml/2006/main">
              <a:ext uri="{FF2B5EF4-FFF2-40B4-BE49-F238E27FC236}">
                <a16:creationId xmlns:a16="http://schemas.microsoft.com/office/drawing/2014/main" id="{F04BF55A-B5D9-4A07-8C92-45B870E4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„Datensatz Overview“</a:t>
            </a:r>
          </a:p>
        </p:txBody>
      </p:sp>
      <p:sp>
        <p:nvSpPr>
          <p:cNvPr id="9" name="flow-node-sub-0">
            <a:extLst xmlns:a="http://schemas.openxmlformats.org/drawingml/2006/main">
              <a:ext uri="{FF2B5EF4-FFF2-40B4-BE49-F238E27FC236}">
                <a16:creationId xmlns:a16="http://schemas.microsoft.com/office/drawing/2014/main" id="{9ECA217B-4B5D-4EBC-8579-53BCC9A2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7 Sheets</a:t>
            </a:r>
          </a:p>
        </p:txBody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71239A5E-2855-482B-A311-0E55D63D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1" name="flow-node-title-1">
            <a:extLst xmlns:a="http://schemas.openxmlformats.org/drawingml/2006/main">
              <a:ext uri="{FF2B5EF4-FFF2-40B4-BE49-F238E27FC236}">
                <a16:creationId xmlns:a16="http://schemas.microsoft.com/office/drawing/2014/main" id="{B4F89CD9-A8D5-481B-8847-77612C5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Alle HBG</a:t>
            </a:r>
          </a:p>
        </p:txBody>
      </p:sp>
      <p:sp>
        <p:nvSpPr>
          <p:cNvPr id="12" name="flow-node-sub-1">
            <a:extLst xmlns:a="http://schemas.openxmlformats.org/drawingml/2006/main">
              <a:ext uri="{FF2B5EF4-FFF2-40B4-BE49-F238E27FC236}">
                <a16:creationId xmlns:a16="http://schemas.microsoft.com/office/drawing/2014/main" id="{0E9B46C3-7174-4F44-95E5-01E2396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zusammenführen</a:t>
            </a:r>
          </a:p>
        </p:txBody>
      </p:sp>
      <p:sp>
        <p:nvSpPr>
          <p:cNvPr id="1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BC71B433-CCE8-4DA1-B788-2CB06C5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4" name="flow-node-title-2">
            <a:extLst xmlns:a="http://schemas.openxmlformats.org/drawingml/2006/main">
              <a:ext uri="{FF2B5EF4-FFF2-40B4-BE49-F238E27FC236}">
                <a16:creationId xmlns:a16="http://schemas.microsoft.com/office/drawing/2014/main" id="{B63B4F8B-2B77-4FD1-AE23-0A798BB0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Reihenfolge</a:t>
            </a:r>
          </a:p>
        </p:txBody>
      </p:sp>
      <p:sp>
        <p:nvSpPr>
          <p:cNvPr id="15" name="flow-node-sub-2">
            <a:extLst xmlns:a="http://schemas.openxmlformats.org/drawingml/2006/main">
              <a:ext uri="{FF2B5EF4-FFF2-40B4-BE49-F238E27FC236}">
                <a16:creationId xmlns:a16="http://schemas.microsoft.com/office/drawing/2014/main" id="{325CC7E7-6F71-4E42-A4BC-1F4C5E86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randomisieren</a:t>
            </a:r>
          </a:p>
        </p:txBody>
      </p:sp>
      <p:sp>
        <p:nvSpPr>
          <p:cNvPr id="16" name="flow-node-3">
            <a:extLst xmlns:a="http://schemas.openxmlformats.org/drawingml/2006/main">
              <a:ext uri="{FF2B5EF4-FFF2-40B4-BE49-F238E27FC236}">
                <a16:creationId xmlns:a16="http://schemas.microsoft.com/office/drawing/2014/main" id="{8D20BA58-8FAF-46BA-9A82-E25431BC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7" name="flow-node-title-3">
            <a:extLst xmlns:a="http://schemas.openxmlformats.org/drawingml/2006/main">
              <a:ext uri="{FF2B5EF4-FFF2-40B4-BE49-F238E27FC236}">
                <a16:creationId xmlns:a16="http://schemas.microsoft.com/office/drawing/2014/main" id="{27F0E333-84D6-4A95-AF26-A6308A30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Labels</a:t>
            </a:r>
          </a:p>
        </p:txBody>
      </p:sp>
      <p:sp>
        <p:nvSpPr>
          <p:cNvPr id="18" name="flow-node-sub-3">
            <a:extLst xmlns:a="http://schemas.openxmlformats.org/drawingml/2006/main">
              <a:ext uri="{FF2B5EF4-FFF2-40B4-BE49-F238E27FC236}">
                <a16:creationId xmlns:a16="http://schemas.microsoft.com/office/drawing/2014/main" id="{785E0700-0583-4CF7-917E-1228A9E6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entfernen</a:t>
            </a:r>
          </a:p>
        </p:txBody>
      </p:sp>
    </p:spTree>
    <p:extLst>
      <p:ext uri="{BB962C8B-B14F-4D97-AF65-F5344CB8AC3E}">
        <p14:creationId xmlns:p14="http://schemas.microsoft.com/office/powerpoint/2010/main" val="1215860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Die HBG-Liste bildet die gemeinsame Ausgangsbasis">
            <a:extLst xmlns:a="http://schemas.openxmlformats.org/drawingml/2006/main">
              <a:ext uri="{FF2B5EF4-FFF2-40B4-BE49-F238E27FC236}">
                <a16:creationId xmlns:a16="http://schemas.microsoft.com/office/drawing/2014/main" id="{A89F8732-4A0E-4BD7-8D5B-6C3BF21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Die HBG-Liste bildet die gemeinsame Ausgangsbasis</a:t>
            </a:r>
          </a:p>
        </p:txBody>
      </p:sp>
      <p:sp>
        <p:nvSpPr>
          <p:cNvPr id="2" name="title-rule-Die HBG-Liste bildet die gemeinsame Ausgangsbasis">
            <a:extLst xmlns:a="http://schemas.openxmlformats.org/drawingml/2006/main">
              <a:ext uri="{FF2B5EF4-FFF2-40B4-BE49-F238E27FC236}">
                <a16:creationId xmlns:a16="http://schemas.microsoft.com/office/drawing/2014/main" id="{EB8407A7-F74A-4C34-8657-E07E4B9F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F0E1332-B6AF-4047-97FA-0E3F793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3EFAD52-489B-4600-AD09-B963F8F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79F8846-DBAD-4B49-835F-04119D9C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F9B0083-E31E-4B1A-9AA0-8A013AC8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574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7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C341153-A78C-4F9F-AB80-4D122AE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8" name="flow-node-title-0">
            <a:extLst xmlns:a="http://schemas.openxmlformats.org/drawingml/2006/main">
              <a:ext uri="{FF2B5EF4-FFF2-40B4-BE49-F238E27FC236}">
                <a16:creationId xmlns:a16="http://schemas.microsoft.com/office/drawing/2014/main" id="{F04BF55A-B5D9-4A07-8C92-45B870E4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„Datensatz Overview“</a:t>
            </a:r>
          </a:p>
        </p:txBody>
      </p:sp>
      <p:sp>
        <p:nvSpPr>
          <p:cNvPr id="9" name="flow-node-sub-0">
            <a:extLst xmlns:a="http://schemas.openxmlformats.org/drawingml/2006/main">
              <a:ext uri="{FF2B5EF4-FFF2-40B4-BE49-F238E27FC236}">
                <a16:creationId xmlns:a16="http://schemas.microsoft.com/office/drawing/2014/main" id="{9ECA217B-4B5D-4EBC-8579-53BCC9A2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7 Sheets</a:t>
            </a:r>
          </a:p>
        </p:txBody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71239A5E-2855-482B-A311-0E55D63D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1" name="flow-node-title-1">
            <a:extLst xmlns:a="http://schemas.openxmlformats.org/drawingml/2006/main">
              <a:ext uri="{FF2B5EF4-FFF2-40B4-BE49-F238E27FC236}">
                <a16:creationId xmlns:a16="http://schemas.microsoft.com/office/drawing/2014/main" id="{B4F89CD9-A8D5-481B-8847-77612C5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Alle HBG</a:t>
            </a:r>
          </a:p>
        </p:txBody>
      </p:sp>
      <p:sp>
        <p:nvSpPr>
          <p:cNvPr id="12" name="flow-node-sub-1">
            <a:extLst xmlns:a="http://schemas.openxmlformats.org/drawingml/2006/main">
              <a:ext uri="{FF2B5EF4-FFF2-40B4-BE49-F238E27FC236}">
                <a16:creationId xmlns:a16="http://schemas.microsoft.com/office/drawing/2014/main" id="{0E9B46C3-7174-4F44-95E5-01E2396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zusammenführen</a:t>
            </a:r>
          </a:p>
        </p:txBody>
      </p:sp>
      <p:sp>
        <p:nvSpPr>
          <p:cNvPr id="1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BC71B433-CCE8-4DA1-B788-2CB06C5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4" name="flow-node-title-2">
            <a:extLst xmlns:a="http://schemas.openxmlformats.org/drawingml/2006/main">
              <a:ext uri="{FF2B5EF4-FFF2-40B4-BE49-F238E27FC236}">
                <a16:creationId xmlns:a16="http://schemas.microsoft.com/office/drawing/2014/main" id="{B63B4F8B-2B77-4FD1-AE23-0A798BB0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Reihenfolge</a:t>
            </a:r>
          </a:p>
        </p:txBody>
      </p:sp>
      <p:sp>
        <p:nvSpPr>
          <p:cNvPr id="15" name="flow-node-sub-2">
            <a:extLst xmlns:a="http://schemas.openxmlformats.org/drawingml/2006/main">
              <a:ext uri="{FF2B5EF4-FFF2-40B4-BE49-F238E27FC236}">
                <a16:creationId xmlns:a16="http://schemas.microsoft.com/office/drawing/2014/main" id="{325CC7E7-6F71-4E42-A4BC-1F4C5E86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randomisieren</a:t>
            </a:r>
          </a:p>
        </p:txBody>
      </p:sp>
      <p:sp>
        <p:nvSpPr>
          <p:cNvPr id="16" name="flow-node-3">
            <a:extLst xmlns:a="http://schemas.openxmlformats.org/drawingml/2006/main">
              <a:ext uri="{FF2B5EF4-FFF2-40B4-BE49-F238E27FC236}">
                <a16:creationId xmlns:a16="http://schemas.microsoft.com/office/drawing/2014/main" id="{8D20BA58-8FAF-46BA-9A82-E25431BC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7" name="flow-node-title-3">
            <a:extLst xmlns:a="http://schemas.openxmlformats.org/drawingml/2006/main">
              <a:ext uri="{FF2B5EF4-FFF2-40B4-BE49-F238E27FC236}">
                <a16:creationId xmlns:a16="http://schemas.microsoft.com/office/drawing/2014/main" id="{27F0E333-84D6-4A95-AF26-A6308A30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33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Labels</a:t>
            </a:r>
          </a:p>
        </p:txBody>
      </p:sp>
      <p:sp>
        <p:nvSpPr>
          <p:cNvPr id="18" name="flow-node-sub-3">
            <a:extLst xmlns:a="http://schemas.openxmlformats.org/drawingml/2006/main">
              <a:ext uri="{FF2B5EF4-FFF2-40B4-BE49-F238E27FC236}">
                <a16:creationId xmlns:a16="http://schemas.microsoft.com/office/drawing/2014/main" id="{785E0700-0583-4CF7-917E-1228A9E6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entfernen</a:t>
            </a:r>
          </a:p>
        </p:txBody>
      </p:sp>
      <p:sp>
        <p:nvSpPr>
          <p:cNvPr id="19" name="flow-node-4">
            <a:extLst xmlns:a="http://schemas.openxmlformats.org/drawingml/2006/main">
              <a:ext uri="{FF2B5EF4-FFF2-40B4-BE49-F238E27FC236}">
                <a16:creationId xmlns:a16="http://schemas.microsoft.com/office/drawing/2014/main" id="{2567D867-72EA-4931-A84F-114708E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</p:sp>
      <p:sp>
        <p:nvSpPr>
          <p:cNvPr id="20" name="flow-node-title-4">
            <a:extLst xmlns:a="http://schemas.openxmlformats.org/drawingml/2006/main">
              <a:ext uri="{FF2B5EF4-FFF2-40B4-BE49-F238E27FC236}">
                <a16:creationId xmlns:a16="http://schemas.microsoft.com/office/drawing/2014/main" id="{77CD4AC9-162B-4B00-96E2-ED238828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all_HBG_random_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no_label.xlsx</a:t>
            </a:r>
          </a:p>
        </p:txBody>
      </p:sp>
      <p:sp>
        <p:nvSpPr>
          <p:cNvPr id="21" name="result-band">
            <a:extLst xmlns:a="http://schemas.openxmlformats.org/drawingml/2006/main">
              <a:ext uri="{FF2B5EF4-FFF2-40B4-BE49-F238E27FC236}">
                <a16:creationId xmlns:a16="http://schemas.microsoft.com/office/drawing/2014/main" id="{0AA6CDBD-3991-40BE-8738-16A20A54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EAF3F8"/>
            </a:solidFill>
            <a:prstDash val="solid"/>
          </a:ln>
        </p:spPr>
      </p:sp>
      <p:sp>
        <p:nvSpPr>
          <p:cNvPr id="22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4AE65DC-FAAB-4914-873D-6D6581A6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Ergebnis</a:t>
            </a:r>
          </a:p>
        </p:txBody>
      </p:sp>
      <p:sp>
        <p:nvSpPr>
          <p:cNvPr id="23" name="result-copy">
            <a:extLst xmlns:a="http://schemas.openxmlformats.org/drawingml/2006/main">
              <a:ext uri="{FF2B5EF4-FFF2-40B4-BE49-F238E27FC236}">
                <a16:creationId xmlns:a16="http://schemas.microsoft.com/office/drawing/2014/main" id="{D1C67242-CF1E-4CB4-8DBA-B6C2A0B7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Eingangsliste für die weitere Datenverarbeitung und die Gemini-Experimente</a:t>
            </a:r>
          </a:p>
        </p:txBody>
      </p:sp>
    </p:spTree>
    <p:extLst>
      <p:ext uri="{BB962C8B-B14F-4D97-AF65-F5344CB8AC3E}">
        <p14:creationId xmlns:p14="http://schemas.microsoft.com/office/powerpoint/2010/main" val="1215860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Die Projektstruktur trennt Input, Verarbeitung und Output">
            <a:extLst xmlns:a="http://schemas.openxmlformats.org/drawingml/2006/main">
              <a:ext uri="{FF2B5EF4-FFF2-40B4-BE49-F238E27FC236}">
                <a16:creationId xmlns:a16="http://schemas.microsoft.com/office/drawing/2014/main" id="{DC41C8F4-0ED2-4A19-9C2D-567DDDD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Die Projektstruktur trennt Input, Verarbeitung und Output</a:t>
            </a:r>
          </a:p>
        </p:txBody>
      </p:sp>
      <p:sp>
        <p:nvSpPr>
          <p:cNvPr id="2" name="title-rule-Die Projektstruktur trennt Input, Verarbeitung und Output">
            <a:extLst xmlns:a="http://schemas.openxmlformats.org/drawingml/2006/main">
              <a:ext uri="{FF2B5EF4-FFF2-40B4-BE49-F238E27FC236}">
                <a16:creationId xmlns:a16="http://schemas.microsoft.com/office/drawing/2014/main" id="{C5EA0190-0E9F-4006-8EAC-0C5A0322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tree-background">
            <a:extLst xmlns:a="http://schemas.openxmlformats.org/drawingml/2006/main">
              <a:ext uri="{FF2B5EF4-FFF2-40B4-BE49-F238E27FC236}">
                <a16:creationId xmlns:a16="http://schemas.microsoft.com/office/drawing/2014/main" id="{7B29F894-72D2-42DD-A562-34B3915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000875" cy="4905375"/>
          </a:xfrm>
          <a:prstGeom xmlns:a="http://schemas.openxmlformats.org/drawingml/2006/main" prst="roundRect">
            <a:avLst>
              <a:gd name="adj" fmla="val 116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project-tree">
            <a:extLst xmlns:a="http://schemas.openxmlformats.org/drawingml/2006/main">
              <a:ext uri="{FF2B5EF4-FFF2-40B4-BE49-F238E27FC236}">
                <a16:creationId xmlns:a16="http://schemas.microsoft.com/office/drawing/2014/main" id="{45B90B86-012B-488A-B5CA-B49EE163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6572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Assembly_data_preprocessing/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├── input/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├── all_HBG_random_no_label.xlsx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└── raw_data/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├── Datensatz – Gantry Achssysteme/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└── ... weitere Kategorien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├── output/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├── processed_HBG/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└── reports/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├── collect_HBG/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       └── generate_HBG_file_inventory/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└── scripts/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├── collect_HBG.py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└── generate_HBG_file_inventory.py</a:t>
            </a:r>
          </a:p>
        </p:txBody>
      </p:sp>
      <p:sp>
        <p:nvSpPr>
          <p:cNvPr id="5" name="right-guide">
            <a:extLst xmlns:a="http://schemas.openxmlformats.org/drawingml/2006/main">
              <a:ext uri="{FF2B5EF4-FFF2-40B4-BE49-F238E27FC236}">
                <a16:creationId xmlns:a16="http://schemas.microsoft.com/office/drawing/2014/main" id="{A0616BA2-C2CD-487E-9BA2-8BB848A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47625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side-title-0">
            <a:extLst xmlns:a="http://schemas.openxmlformats.org/drawingml/2006/main">
              <a:ext uri="{FF2B5EF4-FFF2-40B4-BE49-F238E27FC236}">
                <a16:creationId xmlns:a16="http://schemas.microsoft.com/office/drawing/2014/main" id="{77E1A3D7-9D7E-4EF8-AF64-1A616DD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side-copy-0">
            <a:extLst xmlns:a="http://schemas.openxmlformats.org/drawingml/2006/main">
              <a:ext uri="{FF2B5EF4-FFF2-40B4-BE49-F238E27FC236}">
                <a16:creationId xmlns:a16="http://schemas.microsoft.com/office/drawing/2014/main" id="{37C16E8B-D163-4C11-BB3C-3CB54D68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621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HBG-Liste und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ursprüngliche Datensätze</a:t>
            </a:r>
          </a:p>
        </p:txBody>
      </p:sp>
      <p:sp>
        <p:nvSpPr>
          <p:cNvPr id="8" name="side-title-1">
            <a:extLst xmlns:a="http://schemas.openxmlformats.org/drawingml/2006/main">
              <a:ext uri="{FF2B5EF4-FFF2-40B4-BE49-F238E27FC236}">
                <a16:creationId xmlns:a16="http://schemas.microsoft.com/office/drawing/2014/main" id="{37FA7F3A-DBBA-453D-BC5E-D7EF6DA3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71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Scripts</a:t>
            </a:r>
          </a:p>
        </p:txBody>
      </p:sp>
      <p:sp>
        <p:nvSpPr>
          <p:cNvPr id="9" name="side-copy-1">
            <a:extLst xmlns:a="http://schemas.openxmlformats.org/drawingml/2006/main">
              <a:ext uri="{FF2B5EF4-FFF2-40B4-BE49-F238E27FC236}">
                <a16:creationId xmlns:a16="http://schemas.microsoft.com/office/drawing/2014/main" id="{5D904B01-D3D3-4A6A-9909-9D226DCE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909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Ordner sammeln und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Dateien kategorisieren</a:t>
            </a:r>
          </a:p>
        </p:txBody>
      </p:sp>
      <p:sp>
        <p:nvSpPr>
          <p:cNvPr id="10" name="side-title-2">
            <a:extLst xmlns:a="http://schemas.openxmlformats.org/drawingml/2006/main">
              <a:ext uri="{FF2B5EF4-FFF2-40B4-BE49-F238E27FC236}">
                <a16:creationId xmlns:a16="http://schemas.microsoft.com/office/drawing/2014/main" id="{76514FAE-55C1-4DE8-8E88-0078F32D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00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side-copy-2">
            <a:extLst xmlns:a="http://schemas.openxmlformats.org/drawingml/2006/main">
              <a:ext uri="{FF2B5EF4-FFF2-40B4-BE49-F238E27FC236}">
                <a16:creationId xmlns:a16="http://schemas.microsoft.com/office/drawing/2014/main" id="{5E60E07C-AA1E-4C09-BAF9-9386D0BC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Aufbereitete HBG-Daten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und Reports</a:t>
            </a:r>
          </a:p>
        </p:txBody>
      </p:sp>
    </p:spTree>
    <p:extLst>
      <p:ext uri="{BB962C8B-B14F-4D97-AF65-F5344CB8AC3E}">
        <p14:creationId xmlns:p14="http://schemas.microsoft.com/office/powerpoint/2010/main" val="1854779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Das Preprocessing umfasst zwei Schritte">
            <a:extLst xmlns:a="http://schemas.openxmlformats.org/drawingml/2006/main">
              <a:ext uri="{FF2B5EF4-FFF2-40B4-BE49-F238E27FC236}">
                <a16:creationId xmlns:a16="http://schemas.microsoft.com/office/drawing/2014/main" id="{BA8B9892-1B92-4C30-8C3B-0D3932FD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Das Preprocessing umfasst zwei Schritte</a:t>
            </a:r>
          </a:p>
        </p:txBody>
      </p:sp>
      <p:sp>
        <p:nvSpPr>
          <p:cNvPr id="2" name="title-rule-Das Preprocessing umfasst zwei Schritte">
            <a:extLst xmlns:a="http://schemas.openxmlformats.org/drawingml/2006/main">
              <a:ext uri="{FF2B5EF4-FFF2-40B4-BE49-F238E27FC236}">
                <a16:creationId xmlns:a16="http://schemas.microsoft.com/office/drawing/2014/main" id="{5464F47D-9E60-4C00-85AF-0ABC8F8F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number-1-60-145">
            <a:extLst xmlns:a="http://schemas.openxmlformats.org/drawingml/2006/main">
              <a:ext uri="{FF2B5EF4-FFF2-40B4-BE49-F238E27FC236}">
                <a16:creationId xmlns:a16="http://schemas.microsoft.com/office/drawing/2014/main" id="{8C311808-9F58-4E11-8BF9-9144C38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21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step1-title">
            <a:extLst xmlns:a="http://schemas.openxmlformats.org/drawingml/2006/main">
              <a:ext uri="{FF2B5EF4-FFF2-40B4-BE49-F238E27FC236}">
                <a16:creationId xmlns:a16="http://schemas.microsoft.com/office/drawing/2014/main" id="{0150810E-713A-4A62-ABEB-4C17B1C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81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HBG-Ordner sammeln</a:t>
            </a:r>
          </a:p>
        </p:txBody>
      </p:sp>
      <p:sp>
        <p:nvSpPr>
          <p:cNvPr id="5" name="step1-script">
            <a:extLst xmlns:a="http://schemas.openxmlformats.org/drawingml/2006/main">
              <a:ext uri="{FF2B5EF4-FFF2-40B4-BE49-F238E27FC236}">
                <a16:creationId xmlns:a16="http://schemas.microsoft.com/office/drawing/2014/main" id="{BB2D2A19-EF5A-4796-A802-48B93AB0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4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collect_HBG.py</a:t>
            </a:r>
          </a:p>
        </p:txBody>
      </p:sp>
      <p:sp>
        <p:nvSpPr>
          <p:cNvPr id="6" name="step1-arrow-0">
            <a:extLst xmlns:a="http://schemas.openxmlformats.org/drawingml/2006/main">
              <a:ext uri="{FF2B5EF4-FFF2-40B4-BE49-F238E27FC236}">
                <a16:creationId xmlns:a16="http://schemas.microsoft.com/office/drawing/2014/main" id="{DDF293F3-1C27-4846-BC4A-8E485C44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7" name="step1-arrow-1">
            <a:extLst xmlns:a="http://schemas.openxmlformats.org/drawingml/2006/main">
              <a:ext uri="{FF2B5EF4-FFF2-40B4-BE49-F238E27FC236}">
                <a16:creationId xmlns:a16="http://schemas.microsoft.com/office/drawing/2014/main" id="{97D52C2B-9852-4B67-813B-10855393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8" name="step1-arrow-2">
            <a:extLst xmlns:a="http://schemas.openxmlformats.org/drawingml/2006/main">
              <a:ext uri="{FF2B5EF4-FFF2-40B4-BE49-F238E27FC236}">
                <a16:creationId xmlns:a16="http://schemas.microsoft.com/office/drawing/2014/main" id="{9D9C1B2B-B2B1-46E0-8A37-2B8BA63A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9" name="step1-node-0">
            <a:extLst xmlns:a="http://schemas.openxmlformats.org/drawingml/2006/main">
              <a:ext uri="{FF2B5EF4-FFF2-40B4-BE49-F238E27FC236}">
                <a16:creationId xmlns:a16="http://schemas.microsoft.com/office/drawing/2014/main" id="{5841B738-32B2-4FD7-93EF-2DA7F56D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HBG-Liste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einlesen</a:t>
            </a:r>
          </a:p>
        </p:txBody>
      </p:sp>
      <p:sp>
        <p:nvSpPr>
          <p:cNvPr id="10" name="step1-node-1">
            <a:extLst xmlns:a="http://schemas.openxmlformats.org/drawingml/2006/main">
              <a:ext uri="{FF2B5EF4-FFF2-40B4-BE49-F238E27FC236}">
                <a16:creationId xmlns:a16="http://schemas.microsoft.com/office/drawing/2014/main" id="{2D1C1562-7F98-498B-A8DE-128E822B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Zugehörigen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Ordner suchen</a:t>
            </a:r>
          </a:p>
        </p:txBody>
      </p:sp>
      <p:sp>
        <p:nvSpPr>
          <p:cNvPr id="11" name="step1-node-2">
            <a:extLst xmlns:a="http://schemas.openxmlformats.org/drawingml/2006/main">
              <a:ext uri="{FF2B5EF4-FFF2-40B4-BE49-F238E27FC236}">
                <a16:creationId xmlns:a16="http://schemas.microsoft.com/office/drawing/2014/main" id="{5EA490A4-C861-4C2F-85F2-5149E3A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HBG-Ordner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sammeln</a:t>
            </a:r>
          </a:p>
        </p:txBody>
      </p:sp>
      <p:sp>
        <p:nvSpPr>
          <p:cNvPr id="12" name="step1-node-3">
            <a:extLst xmlns:a="http://schemas.openxmlformats.org/drawingml/2006/main">
              <a:ext uri="{FF2B5EF4-FFF2-40B4-BE49-F238E27FC236}">
                <a16:creationId xmlns:a16="http://schemas.microsoft.com/office/drawing/2014/main" id="{1AE9C74A-D6CA-4F5C-865E-C88D45A3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processed_HBG</a:t>
            </a:r>
          </a:p>
        </p:txBody>
      </p:sp>
    </p:spTree>
    <p:extLst>
      <p:ext uri="{BB962C8B-B14F-4D97-AF65-F5344CB8AC3E}">
        <p14:creationId xmlns:p14="http://schemas.microsoft.com/office/powerpoint/2010/main" val="1592261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Das Preprocessing umfasst zwei Schritte">
            <a:extLst xmlns:a="http://schemas.openxmlformats.org/drawingml/2006/main">
              <a:ext uri="{FF2B5EF4-FFF2-40B4-BE49-F238E27FC236}">
                <a16:creationId xmlns:a16="http://schemas.microsoft.com/office/drawing/2014/main" id="{BA8B9892-1B92-4C30-8C3B-0D3932FD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Das Preprocessing umfasst zwei Schritte</a:t>
            </a:r>
          </a:p>
        </p:txBody>
      </p:sp>
      <p:sp>
        <p:nvSpPr>
          <p:cNvPr id="2" name="title-rule-Das Preprocessing umfasst zwei Schritte">
            <a:extLst xmlns:a="http://schemas.openxmlformats.org/drawingml/2006/main">
              <a:ext uri="{FF2B5EF4-FFF2-40B4-BE49-F238E27FC236}">
                <a16:creationId xmlns:a16="http://schemas.microsoft.com/office/drawing/2014/main" id="{5464F47D-9E60-4C00-85AF-0ABC8F8F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number-1-60-145">
            <a:extLst xmlns:a="http://schemas.openxmlformats.org/drawingml/2006/main">
              <a:ext uri="{FF2B5EF4-FFF2-40B4-BE49-F238E27FC236}">
                <a16:creationId xmlns:a16="http://schemas.microsoft.com/office/drawing/2014/main" id="{8C311808-9F58-4E11-8BF9-9144C38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21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step1-title">
            <a:extLst xmlns:a="http://schemas.openxmlformats.org/drawingml/2006/main">
              <a:ext uri="{FF2B5EF4-FFF2-40B4-BE49-F238E27FC236}">
                <a16:creationId xmlns:a16="http://schemas.microsoft.com/office/drawing/2014/main" id="{0150810E-713A-4A62-ABEB-4C17B1C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81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HBG-Ordner sammeln</a:t>
            </a:r>
          </a:p>
        </p:txBody>
      </p:sp>
      <p:sp>
        <p:nvSpPr>
          <p:cNvPr id="5" name="step1-script">
            <a:extLst xmlns:a="http://schemas.openxmlformats.org/drawingml/2006/main">
              <a:ext uri="{FF2B5EF4-FFF2-40B4-BE49-F238E27FC236}">
                <a16:creationId xmlns:a16="http://schemas.microsoft.com/office/drawing/2014/main" id="{BB2D2A19-EF5A-4796-A802-48B93AB0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4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collect_HBG.py</a:t>
            </a:r>
          </a:p>
        </p:txBody>
      </p:sp>
      <p:sp>
        <p:nvSpPr>
          <p:cNvPr id="6" name="step1-arrow-0">
            <a:extLst xmlns:a="http://schemas.openxmlformats.org/drawingml/2006/main">
              <a:ext uri="{FF2B5EF4-FFF2-40B4-BE49-F238E27FC236}">
                <a16:creationId xmlns:a16="http://schemas.microsoft.com/office/drawing/2014/main" id="{DDF293F3-1C27-4846-BC4A-8E485C44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7" name="step1-arrow-1">
            <a:extLst xmlns:a="http://schemas.openxmlformats.org/drawingml/2006/main">
              <a:ext uri="{FF2B5EF4-FFF2-40B4-BE49-F238E27FC236}">
                <a16:creationId xmlns:a16="http://schemas.microsoft.com/office/drawing/2014/main" id="{97D52C2B-9852-4B67-813B-10855393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8" name="step1-arrow-2">
            <a:extLst xmlns:a="http://schemas.openxmlformats.org/drawingml/2006/main">
              <a:ext uri="{FF2B5EF4-FFF2-40B4-BE49-F238E27FC236}">
                <a16:creationId xmlns:a16="http://schemas.microsoft.com/office/drawing/2014/main" id="{9D9C1B2B-B2B1-46E0-8A37-2B8BA63A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9" name="step1-node-0">
            <a:extLst xmlns:a="http://schemas.openxmlformats.org/drawingml/2006/main">
              <a:ext uri="{FF2B5EF4-FFF2-40B4-BE49-F238E27FC236}">
                <a16:creationId xmlns:a16="http://schemas.microsoft.com/office/drawing/2014/main" id="{5841B738-32B2-4FD7-93EF-2DA7F56D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HBG-Liste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einlesen</a:t>
            </a:r>
          </a:p>
        </p:txBody>
      </p:sp>
      <p:sp>
        <p:nvSpPr>
          <p:cNvPr id="10" name="step1-node-1">
            <a:extLst xmlns:a="http://schemas.openxmlformats.org/drawingml/2006/main">
              <a:ext uri="{FF2B5EF4-FFF2-40B4-BE49-F238E27FC236}">
                <a16:creationId xmlns:a16="http://schemas.microsoft.com/office/drawing/2014/main" id="{2D1C1562-7F98-498B-A8DE-128E822B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Zugehörigen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Ordner suchen</a:t>
            </a:r>
          </a:p>
        </p:txBody>
      </p:sp>
      <p:sp>
        <p:nvSpPr>
          <p:cNvPr id="11" name="step1-node-2">
            <a:extLst xmlns:a="http://schemas.openxmlformats.org/drawingml/2006/main">
              <a:ext uri="{FF2B5EF4-FFF2-40B4-BE49-F238E27FC236}">
                <a16:creationId xmlns:a16="http://schemas.microsoft.com/office/drawing/2014/main" id="{5EA490A4-C861-4C2F-85F2-5149E3A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HBG-Ordner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sammeln</a:t>
            </a:r>
          </a:p>
        </p:txBody>
      </p:sp>
      <p:sp>
        <p:nvSpPr>
          <p:cNvPr id="12" name="step1-node-3">
            <a:extLst xmlns:a="http://schemas.openxmlformats.org/drawingml/2006/main">
              <a:ext uri="{FF2B5EF4-FFF2-40B4-BE49-F238E27FC236}">
                <a16:creationId xmlns:a16="http://schemas.microsoft.com/office/drawing/2014/main" id="{1AE9C74A-D6CA-4F5C-865E-C88D45A3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1431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processed_HBG</a:t>
            </a:r>
          </a:p>
        </p:txBody>
      </p:sp>
      <p:sp>
        <p:nvSpPr>
          <p:cNvPr id="13" name="section-divider">
            <a:extLst xmlns:a="http://schemas.openxmlformats.org/drawingml/2006/main">
              <a:ext uri="{FF2B5EF4-FFF2-40B4-BE49-F238E27FC236}">
                <a16:creationId xmlns:a16="http://schemas.microsoft.com/office/drawing/2014/main" id="{67A2060D-F0F5-46EB-851F-001DEF72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number-2-60-396">
            <a:extLst xmlns:a="http://schemas.openxmlformats.org/drawingml/2006/main">
              <a:ext uri="{FF2B5EF4-FFF2-40B4-BE49-F238E27FC236}">
                <a16:creationId xmlns:a16="http://schemas.microsoft.com/office/drawing/2014/main" id="{1A9E35AC-EE10-4E50-AEDB-5F48AE7B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21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step2-title">
            <a:extLst xmlns:a="http://schemas.openxmlformats.org/drawingml/2006/main">
              <a:ext uri="{FF2B5EF4-FFF2-40B4-BE49-F238E27FC236}">
                <a16:creationId xmlns:a16="http://schemas.microsoft.com/office/drawing/2014/main" id="{A1003A17-757E-4BBD-9C4B-B641E152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Alle Dateien jedes HBG-Ordners kategorisieren</a:t>
            </a:r>
          </a:p>
        </p:txBody>
      </p:sp>
      <p:sp>
        <p:nvSpPr>
          <p:cNvPr id="16" name="step2-script">
            <a:extLst xmlns:a="http://schemas.openxmlformats.org/drawingml/2006/main">
              <a:ext uri="{FF2B5EF4-FFF2-40B4-BE49-F238E27FC236}">
                <a16:creationId xmlns:a16="http://schemas.microsoft.com/office/drawing/2014/main" id="{94CD85A4-CE0D-466E-B449-C9E4D84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generate_HBG_file_inventory.py</a:t>
            </a:r>
          </a:p>
        </p:txBody>
      </p:sp>
      <p:sp>
        <p:nvSpPr>
          <p:cNvPr id="17" name="cat-0">
            <a:extLst xmlns:a="http://schemas.openxmlformats.org/drawingml/2006/main">
              <a:ext uri="{FF2B5EF4-FFF2-40B4-BE49-F238E27FC236}">
                <a16:creationId xmlns:a16="http://schemas.microsoft.com/office/drawing/2014/main" id="{3D62069B-0D31-4C6A-8B2D-3C7BA1B5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</p:sp>
      <p:sp>
        <p:nvSpPr>
          <p:cNvPr id="18" name="cat-title-0">
            <a:extLst xmlns:a="http://schemas.openxmlformats.org/drawingml/2006/main">
              <a:ext uri="{FF2B5EF4-FFF2-40B4-BE49-F238E27FC236}">
                <a16:creationId xmlns:a16="http://schemas.microsoft.com/office/drawing/2014/main" id="{B65D010E-B866-4C07-898F-857B1FAC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38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Priorität 1</a:t>
            </a:r>
          </a:p>
        </p:txBody>
      </p:sp>
      <p:sp>
        <p:nvSpPr>
          <p:cNvPr id="19" name="cat-copy-0">
            <a:extLst xmlns:a="http://schemas.openxmlformats.org/drawingml/2006/main">
              <a:ext uri="{FF2B5EF4-FFF2-40B4-BE49-F238E27FC236}">
                <a16:creationId xmlns:a16="http://schemas.microsoft.com/office/drawing/2014/main" id="{FD35BE78-FC90-41D0-A6CE-A43A2E31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Primäre Gemini-Dateien</a:t>
            </a:r>
          </a:p>
        </p:txBody>
      </p:sp>
      <p:sp>
        <p:nvSpPr>
          <p:cNvPr id="20" name="cat-1">
            <a:extLst xmlns:a="http://schemas.openxmlformats.org/drawingml/2006/main">
              <a:ext uri="{FF2B5EF4-FFF2-40B4-BE49-F238E27FC236}">
                <a16:creationId xmlns:a16="http://schemas.microsoft.com/office/drawing/2014/main" id="{80DB877C-EEC1-4111-8C28-EF05211B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28575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1" name="cat-title-1">
            <a:extLst xmlns:a="http://schemas.openxmlformats.org/drawingml/2006/main">
              <a:ext uri="{FF2B5EF4-FFF2-40B4-BE49-F238E27FC236}">
                <a16:creationId xmlns:a16="http://schemas.microsoft.com/office/drawing/2014/main" id="{8C68631F-280C-4E47-910D-FBF6121D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38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2</a:t>
            </a:r>
          </a:p>
        </p:txBody>
      </p:sp>
      <p:sp>
        <p:nvSpPr>
          <p:cNvPr id="22" name="cat-copy-1">
            <a:extLst xmlns:a="http://schemas.openxmlformats.org/drawingml/2006/main">
              <a:ext uri="{FF2B5EF4-FFF2-40B4-BE49-F238E27FC236}">
                <a16:creationId xmlns:a16="http://schemas.microsoft.com/office/drawing/2014/main" id="{96B47916-73DC-4EBC-B98B-E7614E5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00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Ergänzende Dateien</a:t>
            </a:r>
          </a:p>
        </p:txBody>
      </p:sp>
      <p:sp>
        <p:nvSpPr>
          <p:cNvPr id="23" name="cat-2">
            <a:extLst xmlns:a="http://schemas.openxmlformats.org/drawingml/2006/main">
              <a:ext uri="{FF2B5EF4-FFF2-40B4-BE49-F238E27FC236}">
                <a16:creationId xmlns:a16="http://schemas.microsoft.com/office/drawing/2014/main" id="{FCD55FF5-618F-4BC0-9A57-D19E02A8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285750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4" name="cat-title-2">
            <a:extLst xmlns:a="http://schemas.openxmlformats.org/drawingml/2006/main">
              <a:ext uri="{FF2B5EF4-FFF2-40B4-BE49-F238E27FC236}">
                <a16:creationId xmlns:a16="http://schemas.microsoft.com/office/drawing/2014/main" id="{AC2C58CC-DF18-483D-A63C-EB251BB7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38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Nein</a:t>
            </a:r>
          </a:p>
        </p:txBody>
      </p:sp>
      <p:sp>
        <p:nvSpPr>
          <p:cNvPr id="25" name="cat-copy-2">
            <a:extLst xmlns:a="http://schemas.openxmlformats.org/drawingml/2006/main">
              <a:ext uri="{FF2B5EF4-FFF2-40B4-BE49-F238E27FC236}">
                <a16:creationId xmlns:a16="http://schemas.microsoft.com/office/drawing/2014/main" id="{36ED590D-153A-40C6-900C-3489FA69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00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Nicht verwendete Dateien</a:t>
            </a:r>
          </a:p>
        </p:txBody>
      </p:sp>
      <p:sp>
        <p:nvSpPr>
          <p:cNvPr id="26" name="inventory-arrow">
            <a:extLst xmlns:a="http://schemas.openxmlformats.org/drawingml/2006/main">
              <a:ext uri="{FF2B5EF4-FFF2-40B4-BE49-F238E27FC236}">
                <a16:creationId xmlns:a16="http://schemas.microsoft.com/office/drawing/2014/main" id="{53EE2409-C21C-4C56-8161-863915C5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27" name="inventory-box">
            <a:extLst xmlns:a="http://schemas.openxmlformats.org/drawingml/2006/main">
              <a:ext uri="{FF2B5EF4-FFF2-40B4-BE49-F238E27FC236}">
                <a16:creationId xmlns:a16="http://schemas.microsoft.com/office/drawing/2014/main" id="{A056E565-8F6A-456D-9256-1257F1A7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33925"/>
            <a:ext cx="1000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14288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File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28" name="inventory-caption">
            <a:extLst xmlns:a="http://schemas.openxmlformats.org/drawingml/2006/main">
              <a:ext uri="{FF2B5EF4-FFF2-40B4-BE49-F238E27FC236}">
                <a16:creationId xmlns:a16="http://schemas.microsoft.com/office/drawing/2014/main" id="{3C7DEB8E-532B-4F51-A964-62662C0C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81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Dokumentation und Steuerung des Gemini-Inputs</a:t>
            </a:r>
          </a:p>
        </p:txBody>
      </p:sp>
    </p:spTree>
    <p:extLst>
      <p:ext uri="{BB962C8B-B14F-4D97-AF65-F5344CB8AC3E}">
        <p14:creationId xmlns:p14="http://schemas.microsoft.com/office/powerpoint/2010/main" val="1592261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03908EEB-A8DF-42DE-9951-1F1C04B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Gemini erhält Benennung und gezielt ausgewählte Dateien</a:t>
            </a:r>
          </a:p>
        </p:txBody>
      </p:sp>
      <p:sp>
        <p:nvSpPr>
          <p:cNvPr id="2" name="title-ru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B86AB6E4-1819-4F98-AAB3-0BFE315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input-num-0">
            <a:extLst xmlns:a="http://schemas.openxmlformats.org/drawingml/2006/main">
              <a:ext uri="{FF2B5EF4-FFF2-40B4-BE49-F238E27FC236}">
                <a16:creationId xmlns:a16="http://schemas.microsoft.com/office/drawing/2014/main" id="{137E827C-112E-4659-BA97-BDB15F0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input-title-0">
            <a:extLst xmlns:a="http://schemas.openxmlformats.org/drawingml/2006/main">
              <a:ext uri="{FF2B5EF4-FFF2-40B4-BE49-F238E27FC236}">
                <a16:creationId xmlns:a16="http://schemas.microsoft.com/office/drawing/2014/main" id="{545C7214-890A-42A3-B8A7-004AE7B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Baugruppenbezeichnung</a:t>
            </a:r>
          </a:p>
        </p:txBody>
      </p:sp>
      <p:sp>
        <p:nvSpPr>
          <p:cNvPr id="5" name="input-line-0">
            <a:extLst xmlns:a="http://schemas.openxmlformats.org/drawingml/2006/main">
              <a:ext uri="{FF2B5EF4-FFF2-40B4-BE49-F238E27FC236}">
                <a16:creationId xmlns:a16="http://schemas.microsoft.com/office/drawing/2014/main" id="{296D62DB-4700-4A77-B390-244AA58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input-copy-0">
            <a:extLst xmlns:a="http://schemas.openxmlformats.org/drawingml/2006/main">
              <a:ext uri="{FF2B5EF4-FFF2-40B4-BE49-F238E27FC236}">
                <a16:creationId xmlns:a16="http://schemas.microsoft.com/office/drawing/2014/main" id="{078F8161-5327-4DA9-AA54-8AF7726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all_HBG_random_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no_label.xlsx</a:t>
            </a:r>
          </a:p>
        </p:txBody>
      </p:sp>
      <p:sp>
        <p:nvSpPr>
          <p:cNvPr id="7" name="input-down-0">
            <a:extLst xmlns:a="http://schemas.openxmlformats.org/drawingml/2006/main">
              <a:ext uri="{FF2B5EF4-FFF2-40B4-BE49-F238E27FC236}">
                <a16:creationId xmlns:a16="http://schemas.microsoft.com/office/drawing/2014/main" id="{BAF71E90-F77F-4E5C-BC3A-40071C7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3368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03908EEB-A8DF-42DE-9951-1F1C04B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Gemini erhält Benennung und gezielt ausgewählte Dateien</a:t>
            </a:r>
          </a:p>
        </p:txBody>
      </p:sp>
      <p:sp>
        <p:nvSpPr>
          <p:cNvPr id="2" name="title-ru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B86AB6E4-1819-4F98-AAB3-0BFE315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input-num-0">
            <a:extLst xmlns:a="http://schemas.openxmlformats.org/drawingml/2006/main">
              <a:ext uri="{FF2B5EF4-FFF2-40B4-BE49-F238E27FC236}">
                <a16:creationId xmlns:a16="http://schemas.microsoft.com/office/drawing/2014/main" id="{137E827C-112E-4659-BA97-BDB15F0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input-title-0">
            <a:extLst xmlns:a="http://schemas.openxmlformats.org/drawingml/2006/main">
              <a:ext uri="{FF2B5EF4-FFF2-40B4-BE49-F238E27FC236}">
                <a16:creationId xmlns:a16="http://schemas.microsoft.com/office/drawing/2014/main" id="{545C7214-890A-42A3-B8A7-004AE7B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Baugruppenbezeichnung</a:t>
            </a:r>
          </a:p>
        </p:txBody>
      </p:sp>
      <p:sp>
        <p:nvSpPr>
          <p:cNvPr id="5" name="input-line-0">
            <a:extLst xmlns:a="http://schemas.openxmlformats.org/drawingml/2006/main">
              <a:ext uri="{FF2B5EF4-FFF2-40B4-BE49-F238E27FC236}">
                <a16:creationId xmlns:a16="http://schemas.microsoft.com/office/drawing/2014/main" id="{296D62DB-4700-4A77-B390-244AA58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input-copy-0">
            <a:extLst xmlns:a="http://schemas.openxmlformats.org/drawingml/2006/main">
              <a:ext uri="{FF2B5EF4-FFF2-40B4-BE49-F238E27FC236}">
                <a16:creationId xmlns:a16="http://schemas.microsoft.com/office/drawing/2014/main" id="{078F8161-5327-4DA9-AA54-8AF7726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all_HBG_random_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no_label.xlsx</a:t>
            </a:r>
          </a:p>
        </p:txBody>
      </p:sp>
      <p:sp>
        <p:nvSpPr>
          <p:cNvPr id="7" name="input-down-0">
            <a:extLst xmlns:a="http://schemas.openxmlformats.org/drawingml/2006/main">
              <a:ext uri="{FF2B5EF4-FFF2-40B4-BE49-F238E27FC236}">
                <a16:creationId xmlns:a16="http://schemas.microsoft.com/office/drawing/2014/main" id="{BAF71E90-F77F-4E5C-BC3A-40071C7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8" name="input-num-1">
            <a:extLst xmlns:a="http://schemas.openxmlformats.org/drawingml/2006/main">
              <a:ext uri="{FF2B5EF4-FFF2-40B4-BE49-F238E27FC236}">
                <a16:creationId xmlns:a16="http://schemas.microsoft.com/office/drawing/2014/main" id="{F85C44D7-5D75-4F7E-A394-7B61327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input-title-1">
            <a:extLst xmlns:a="http://schemas.openxmlformats.org/drawingml/2006/main">
              <a:ext uri="{FF2B5EF4-FFF2-40B4-BE49-F238E27FC236}">
                <a16:creationId xmlns:a16="http://schemas.microsoft.com/office/drawing/2014/main" id="{0CB17A33-0CC5-4C35-A73D-9B53810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HBG-Dateien</a:t>
            </a:r>
          </a:p>
        </p:txBody>
      </p:sp>
      <p:sp>
        <p:nvSpPr>
          <p:cNvPr id="10" name="input-line-1">
            <a:extLst xmlns:a="http://schemas.openxmlformats.org/drawingml/2006/main">
              <a:ext uri="{FF2B5EF4-FFF2-40B4-BE49-F238E27FC236}">
                <a16:creationId xmlns:a16="http://schemas.microsoft.com/office/drawing/2014/main" id="{6B62F75A-3063-46E3-914C-5CFA7BCF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1" name="input-copy-1">
            <a:extLst xmlns:a="http://schemas.openxmlformats.org/drawingml/2006/main">
              <a:ext uri="{FF2B5EF4-FFF2-40B4-BE49-F238E27FC236}">
                <a16:creationId xmlns:a16="http://schemas.microsoft.com/office/drawing/2014/main" id="{AA069FCF-91F5-44C3-827F-52DC3936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processed_HBG</a:t>
            </a:r>
          </a:p>
        </p:txBody>
      </p:sp>
      <p:sp>
        <p:nvSpPr>
          <p:cNvPr id="12" name="input-down-1">
            <a:extLst xmlns:a="http://schemas.openxmlformats.org/drawingml/2006/main">
              <a:ext uri="{FF2B5EF4-FFF2-40B4-BE49-F238E27FC236}">
                <a16:creationId xmlns:a16="http://schemas.microsoft.com/office/drawing/2014/main" id="{3115259A-4BC9-4F96-BC96-FD16F2C9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33682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03908EEB-A8DF-42DE-9951-1F1C04B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Gemini erhält Benennung und gezielt ausgewählte Dateien</a:t>
            </a:r>
          </a:p>
        </p:txBody>
      </p:sp>
      <p:sp>
        <p:nvSpPr>
          <p:cNvPr id="2" name="title-ru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B86AB6E4-1819-4F98-AAB3-0BFE315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input-num-0">
            <a:extLst xmlns:a="http://schemas.openxmlformats.org/drawingml/2006/main">
              <a:ext uri="{FF2B5EF4-FFF2-40B4-BE49-F238E27FC236}">
                <a16:creationId xmlns:a16="http://schemas.microsoft.com/office/drawing/2014/main" id="{137E827C-112E-4659-BA97-BDB15F0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input-title-0">
            <a:extLst xmlns:a="http://schemas.openxmlformats.org/drawingml/2006/main">
              <a:ext uri="{FF2B5EF4-FFF2-40B4-BE49-F238E27FC236}">
                <a16:creationId xmlns:a16="http://schemas.microsoft.com/office/drawing/2014/main" id="{545C7214-890A-42A3-B8A7-004AE7B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Baugruppenbezeichnung</a:t>
            </a:r>
          </a:p>
        </p:txBody>
      </p:sp>
      <p:sp>
        <p:nvSpPr>
          <p:cNvPr id="5" name="input-line-0">
            <a:extLst xmlns:a="http://schemas.openxmlformats.org/drawingml/2006/main">
              <a:ext uri="{FF2B5EF4-FFF2-40B4-BE49-F238E27FC236}">
                <a16:creationId xmlns:a16="http://schemas.microsoft.com/office/drawing/2014/main" id="{296D62DB-4700-4A77-B390-244AA58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input-copy-0">
            <a:extLst xmlns:a="http://schemas.openxmlformats.org/drawingml/2006/main">
              <a:ext uri="{FF2B5EF4-FFF2-40B4-BE49-F238E27FC236}">
                <a16:creationId xmlns:a16="http://schemas.microsoft.com/office/drawing/2014/main" id="{078F8161-5327-4DA9-AA54-8AF7726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all_HBG_random_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no_label.xlsx</a:t>
            </a:r>
          </a:p>
        </p:txBody>
      </p:sp>
      <p:sp>
        <p:nvSpPr>
          <p:cNvPr id="7" name="input-down-0">
            <a:extLst xmlns:a="http://schemas.openxmlformats.org/drawingml/2006/main">
              <a:ext uri="{FF2B5EF4-FFF2-40B4-BE49-F238E27FC236}">
                <a16:creationId xmlns:a16="http://schemas.microsoft.com/office/drawing/2014/main" id="{BAF71E90-F77F-4E5C-BC3A-40071C7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8" name="input-num-1">
            <a:extLst xmlns:a="http://schemas.openxmlformats.org/drawingml/2006/main">
              <a:ext uri="{FF2B5EF4-FFF2-40B4-BE49-F238E27FC236}">
                <a16:creationId xmlns:a16="http://schemas.microsoft.com/office/drawing/2014/main" id="{F85C44D7-5D75-4F7E-A394-7B61327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input-title-1">
            <a:extLst xmlns:a="http://schemas.openxmlformats.org/drawingml/2006/main">
              <a:ext uri="{FF2B5EF4-FFF2-40B4-BE49-F238E27FC236}">
                <a16:creationId xmlns:a16="http://schemas.microsoft.com/office/drawing/2014/main" id="{0CB17A33-0CC5-4C35-A73D-9B53810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HBG-Dateien</a:t>
            </a:r>
          </a:p>
        </p:txBody>
      </p:sp>
      <p:sp>
        <p:nvSpPr>
          <p:cNvPr id="10" name="input-line-1">
            <a:extLst xmlns:a="http://schemas.openxmlformats.org/drawingml/2006/main">
              <a:ext uri="{FF2B5EF4-FFF2-40B4-BE49-F238E27FC236}">
                <a16:creationId xmlns:a16="http://schemas.microsoft.com/office/drawing/2014/main" id="{6B62F75A-3063-46E3-914C-5CFA7BCF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1" name="input-copy-1">
            <a:extLst xmlns:a="http://schemas.openxmlformats.org/drawingml/2006/main">
              <a:ext uri="{FF2B5EF4-FFF2-40B4-BE49-F238E27FC236}">
                <a16:creationId xmlns:a16="http://schemas.microsoft.com/office/drawing/2014/main" id="{AA069FCF-91F5-44C3-827F-52DC3936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processed_HBG</a:t>
            </a:r>
          </a:p>
        </p:txBody>
      </p:sp>
      <p:sp>
        <p:nvSpPr>
          <p:cNvPr id="12" name="input-down-1">
            <a:extLst xmlns:a="http://schemas.openxmlformats.org/drawingml/2006/main">
              <a:ext uri="{FF2B5EF4-FFF2-40B4-BE49-F238E27FC236}">
                <a16:creationId xmlns:a16="http://schemas.microsoft.com/office/drawing/2014/main" id="{3115259A-4BC9-4F96-BC96-FD16F2C9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3" name="input-num-2">
            <a:extLst xmlns:a="http://schemas.openxmlformats.org/drawingml/2006/main">
              <a:ext uri="{FF2B5EF4-FFF2-40B4-BE49-F238E27FC236}">
                <a16:creationId xmlns:a16="http://schemas.microsoft.com/office/drawing/2014/main" id="{8C9FF029-1CD2-49EF-8907-9253347C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input-title-2">
            <a:extLst xmlns:a="http://schemas.openxmlformats.org/drawingml/2006/main">
              <a:ext uri="{FF2B5EF4-FFF2-40B4-BE49-F238E27FC236}">
                <a16:creationId xmlns:a16="http://schemas.microsoft.com/office/drawing/2014/main" id="{41C37F0C-8FB3-4A15-98EF-DED3BF3B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Dateiauswahl</a:t>
            </a:r>
          </a:p>
        </p:txBody>
      </p:sp>
      <p:sp>
        <p:nvSpPr>
          <p:cNvPr id="15" name="input-line-2">
            <a:extLst xmlns:a="http://schemas.openxmlformats.org/drawingml/2006/main">
              <a:ext uri="{FF2B5EF4-FFF2-40B4-BE49-F238E27FC236}">
                <a16:creationId xmlns:a16="http://schemas.microsoft.com/office/drawing/2014/main" id="{BD4742A8-D8E2-4C3B-83E3-E87C5866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6" name="input-copy-2">
            <a:extLst xmlns:a="http://schemas.openxmlformats.org/drawingml/2006/main">
              <a:ext uri="{FF2B5EF4-FFF2-40B4-BE49-F238E27FC236}">
                <a16:creationId xmlns:a16="http://schemas.microsoft.com/office/drawing/2014/main" id="{D0E1F074-166C-4E06-B872-CC21DDD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Priorität 1 / Priorität 2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gemäß File Inventory</a:t>
            </a:r>
          </a:p>
        </p:txBody>
      </p:sp>
      <p:sp>
        <p:nvSpPr>
          <p:cNvPr id="17" name="input-down-2">
            <a:extLst xmlns:a="http://schemas.openxmlformats.org/drawingml/2006/main">
              <a:ext uri="{FF2B5EF4-FFF2-40B4-BE49-F238E27FC236}">
                <a16:creationId xmlns:a16="http://schemas.microsoft.com/office/drawing/2014/main" id="{8F7B42A8-C089-499C-9D2B-379FD11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3368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03908EEB-A8DF-42DE-9951-1F1C04B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Gemini erhält Benennung und gezielt ausgewählte Dateien</a:t>
            </a:r>
          </a:p>
        </p:txBody>
      </p:sp>
      <p:sp>
        <p:nvSpPr>
          <p:cNvPr id="2" name="title-rule-Gemini erhält Benennung und gezielt ausgewählte Dateien">
            <a:extLst xmlns:a="http://schemas.openxmlformats.org/drawingml/2006/main">
              <a:ext uri="{FF2B5EF4-FFF2-40B4-BE49-F238E27FC236}">
                <a16:creationId xmlns:a16="http://schemas.microsoft.com/office/drawing/2014/main" id="{B86AB6E4-1819-4F98-AAB3-0BFE315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input-num-0">
            <a:extLst xmlns:a="http://schemas.openxmlformats.org/drawingml/2006/main">
              <a:ext uri="{FF2B5EF4-FFF2-40B4-BE49-F238E27FC236}">
                <a16:creationId xmlns:a16="http://schemas.microsoft.com/office/drawing/2014/main" id="{137E827C-112E-4659-BA97-BDB15F0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input-title-0">
            <a:extLst xmlns:a="http://schemas.openxmlformats.org/drawingml/2006/main">
              <a:ext uri="{FF2B5EF4-FFF2-40B4-BE49-F238E27FC236}">
                <a16:creationId xmlns:a16="http://schemas.microsoft.com/office/drawing/2014/main" id="{545C7214-890A-42A3-B8A7-004AE7B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Baugruppenbezeichnung</a:t>
            </a:r>
          </a:p>
        </p:txBody>
      </p:sp>
      <p:sp>
        <p:nvSpPr>
          <p:cNvPr id="5" name="input-line-0">
            <a:extLst xmlns:a="http://schemas.openxmlformats.org/drawingml/2006/main">
              <a:ext uri="{FF2B5EF4-FFF2-40B4-BE49-F238E27FC236}">
                <a16:creationId xmlns:a16="http://schemas.microsoft.com/office/drawing/2014/main" id="{296D62DB-4700-4A77-B390-244AA58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6" name="input-copy-0">
            <a:extLst xmlns:a="http://schemas.openxmlformats.org/drawingml/2006/main">
              <a:ext uri="{FF2B5EF4-FFF2-40B4-BE49-F238E27FC236}">
                <a16:creationId xmlns:a16="http://schemas.microsoft.com/office/drawing/2014/main" id="{078F8161-5327-4DA9-AA54-8AF7726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all_HBG_random_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no_label.xlsx</a:t>
            </a:r>
          </a:p>
        </p:txBody>
      </p:sp>
      <p:sp>
        <p:nvSpPr>
          <p:cNvPr id="7" name="input-down-0">
            <a:extLst xmlns:a="http://schemas.openxmlformats.org/drawingml/2006/main">
              <a:ext uri="{FF2B5EF4-FFF2-40B4-BE49-F238E27FC236}">
                <a16:creationId xmlns:a16="http://schemas.microsoft.com/office/drawing/2014/main" id="{BAF71E90-F77F-4E5C-BC3A-40071C7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8" name="input-num-1">
            <a:extLst xmlns:a="http://schemas.openxmlformats.org/drawingml/2006/main">
              <a:ext uri="{FF2B5EF4-FFF2-40B4-BE49-F238E27FC236}">
                <a16:creationId xmlns:a16="http://schemas.microsoft.com/office/drawing/2014/main" id="{F85C44D7-5D75-4F7E-A394-7B61327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input-title-1">
            <a:extLst xmlns:a="http://schemas.openxmlformats.org/drawingml/2006/main">
              <a:ext uri="{FF2B5EF4-FFF2-40B4-BE49-F238E27FC236}">
                <a16:creationId xmlns:a16="http://schemas.microsoft.com/office/drawing/2014/main" id="{0CB17A33-0CC5-4C35-A73D-9B53810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HBG-Dateien</a:t>
            </a:r>
          </a:p>
        </p:txBody>
      </p:sp>
      <p:sp>
        <p:nvSpPr>
          <p:cNvPr id="10" name="input-line-1">
            <a:extLst xmlns:a="http://schemas.openxmlformats.org/drawingml/2006/main">
              <a:ext uri="{FF2B5EF4-FFF2-40B4-BE49-F238E27FC236}">
                <a16:creationId xmlns:a16="http://schemas.microsoft.com/office/drawing/2014/main" id="{6B62F75A-3063-46E3-914C-5CFA7BCF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1" name="input-copy-1">
            <a:extLst xmlns:a="http://schemas.openxmlformats.org/drawingml/2006/main">
              <a:ext uri="{FF2B5EF4-FFF2-40B4-BE49-F238E27FC236}">
                <a16:creationId xmlns:a16="http://schemas.microsoft.com/office/drawing/2014/main" id="{AA069FCF-91F5-44C3-827F-52DC3936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aus processed_HBG</a:t>
            </a:r>
          </a:p>
        </p:txBody>
      </p:sp>
      <p:sp>
        <p:nvSpPr>
          <p:cNvPr id="12" name="input-down-1">
            <a:extLst xmlns:a="http://schemas.openxmlformats.org/drawingml/2006/main">
              <a:ext uri="{FF2B5EF4-FFF2-40B4-BE49-F238E27FC236}">
                <a16:creationId xmlns:a16="http://schemas.microsoft.com/office/drawing/2014/main" id="{3115259A-4BC9-4F96-BC96-FD16F2C9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3" name="input-num-2">
            <a:extLst xmlns:a="http://schemas.openxmlformats.org/drawingml/2006/main">
              <a:ext uri="{FF2B5EF4-FFF2-40B4-BE49-F238E27FC236}">
                <a16:creationId xmlns:a16="http://schemas.microsoft.com/office/drawing/2014/main" id="{8C9FF029-1CD2-49EF-8907-9253347C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input-title-2">
            <a:extLst xmlns:a="http://schemas.openxmlformats.org/drawingml/2006/main">
              <a:ext uri="{FF2B5EF4-FFF2-40B4-BE49-F238E27FC236}">
                <a16:creationId xmlns:a16="http://schemas.microsoft.com/office/drawing/2014/main" id="{41C37F0C-8FB3-4A15-98EF-DED3BF3B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Dateiauswahl</a:t>
            </a:r>
          </a:p>
        </p:txBody>
      </p:sp>
      <p:sp>
        <p:nvSpPr>
          <p:cNvPr id="15" name="input-line-2">
            <a:extLst xmlns:a="http://schemas.openxmlformats.org/drawingml/2006/main">
              <a:ext uri="{FF2B5EF4-FFF2-40B4-BE49-F238E27FC236}">
                <a16:creationId xmlns:a16="http://schemas.microsoft.com/office/drawing/2014/main" id="{BD4742A8-D8E2-4C3B-83E3-E87C5866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00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6" name="input-copy-2">
            <a:extLst xmlns:a="http://schemas.openxmlformats.org/drawingml/2006/main">
              <a:ext uri="{FF2B5EF4-FFF2-40B4-BE49-F238E27FC236}">
                <a16:creationId xmlns:a16="http://schemas.microsoft.com/office/drawing/2014/main" id="{D0E1F074-166C-4E06-B872-CC21DDD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Priorität 1 / Priorität 2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gemäß File Inventory</a:t>
            </a:r>
          </a:p>
        </p:txBody>
      </p:sp>
      <p:sp>
        <p:nvSpPr>
          <p:cNvPr id="17" name="input-down-2">
            <a:extLst xmlns:a="http://schemas.openxmlformats.org/drawingml/2006/main">
              <a:ext uri="{FF2B5EF4-FFF2-40B4-BE49-F238E27FC236}">
                <a16:creationId xmlns:a16="http://schemas.microsoft.com/office/drawing/2014/main" id="{8F7B42A8-C089-499C-9D2B-379FD11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14750"/>
            <a:ext cx="3238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8" name="gemini-input">
            <a:extLst xmlns:a="http://schemas.openxmlformats.org/drawingml/2006/main">
              <a:ext uri="{FF2B5EF4-FFF2-40B4-BE49-F238E27FC236}">
                <a16:creationId xmlns:a16="http://schemas.microsoft.com/office/drawing/2014/main" id="{1B136EB5-8D9C-4BE6-89CA-20A41C6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0"/>
            <a:ext cx="942975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EAF3F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  +  ausgewählte Dateien</a:t>
            </a:r>
          </a:p>
        </p:txBody>
      </p:sp>
      <p:sp>
        <p:nvSpPr>
          <p:cNvPr id="19" name="gemini-arrow-1">
            <a:extLst xmlns:a="http://schemas.openxmlformats.org/drawingml/2006/main">
              <a:ext uri="{FF2B5EF4-FFF2-40B4-BE49-F238E27FC236}">
                <a16:creationId xmlns:a16="http://schemas.microsoft.com/office/drawing/2014/main" id="{4E822BF0-6C34-4998-B165-83B2ED48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816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20" name="gemini-box">
            <a:extLst xmlns:a="http://schemas.openxmlformats.org/drawingml/2006/main">
              <a:ext uri="{FF2B5EF4-FFF2-40B4-BE49-F238E27FC236}">
                <a16:creationId xmlns:a16="http://schemas.microsoft.com/office/drawing/2014/main" id="{B3224287-CD97-440A-8E07-484B0A7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91125"/>
            <a:ext cx="1714500" cy="619125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21" name="gemini-arrow-2">
            <a:extLst xmlns:a="http://schemas.openxmlformats.org/drawingml/2006/main">
              <a:ext uri="{FF2B5EF4-FFF2-40B4-BE49-F238E27FC236}">
                <a16:creationId xmlns:a16="http://schemas.microsoft.com/office/drawing/2014/main" id="{9D949AB2-6760-40C8-8310-5487161E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22" name="class-box">
            <a:extLst xmlns:a="http://schemas.openxmlformats.org/drawingml/2006/main">
              <a:ext uri="{FF2B5EF4-FFF2-40B4-BE49-F238E27FC236}">
                <a16:creationId xmlns:a16="http://schemas.microsoft.com/office/drawing/2014/main" id="{E014D150-E14F-45B0-98BA-6C22542D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91125"/>
            <a:ext cx="2667000" cy="619125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Funktionsklasse</a:t>
            </a:r>
          </a:p>
        </p:txBody>
      </p:sp>
    </p:spTree>
    <p:extLst>
      <p:ext uri="{BB962C8B-B14F-4D97-AF65-F5344CB8AC3E}">
        <p14:creationId xmlns:p14="http://schemas.microsoft.com/office/powerpoint/2010/main" val="3433682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Der erste Pilotversuch zeigt kaum Unterschiede">
            <a:extLst xmlns:a="http://schemas.openxmlformats.org/drawingml/2006/main">
              <a:ext uri="{FF2B5EF4-FFF2-40B4-BE49-F238E27FC236}">
                <a16:creationId xmlns:a16="http://schemas.microsoft.com/office/drawing/2014/main" id="{83714E85-0002-4339-81B2-720C7E16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Der erste Pilotversuch zeigt kaum Unterschiede</a:t>
            </a:r>
          </a:p>
        </p:txBody>
      </p:sp>
      <p:sp>
        <p:nvSpPr>
          <p:cNvPr id="2" name="title-rule-Der erste Pilotversuch zeigt kaum Unterschiede">
            <a:extLst xmlns:a="http://schemas.openxmlformats.org/drawingml/2006/main">
              <a:ext uri="{FF2B5EF4-FFF2-40B4-BE49-F238E27FC236}">
                <a16:creationId xmlns:a16="http://schemas.microsoft.com/office/drawing/2014/main" id="{4FD921D9-4453-4D6D-AFB1-78F037B3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sample-size">
            <a:extLst xmlns:a="http://schemas.openxmlformats.org/drawingml/2006/main">
              <a:ext uri="{FF2B5EF4-FFF2-40B4-BE49-F238E27FC236}">
                <a16:creationId xmlns:a16="http://schemas.microsoft.com/office/drawing/2014/main" id="{533325E4-5B96-475A-8FE7-01754D1A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20 Baugruppen</a:t>
            </a:r>
          </a:p>
        </p:txBody>
      </p:sp>
      <p:sp>
        <p:nvSpPr>
          <p:cNvPr id="5" name="exp1-title">
            <a:extLst xmlns:a="http://schemas.openxmlformats.org/drawingml/2006/main">
              <a:ext uri="{FF2B5EF4-FFF2-40B4-BE49-F238E27FC236}">
                <a16:creationId xmlns:a16="http://schemas.microsoft.com/office/drawing/2014/main" id="{7AB4C41A-723C-41EA-99FB-C69F031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Experiment 1</a:t>
            </a:r>
          </a:p>
        </p:txBody>
      </p:sp>
      <p:sp>
        <p:nvSpPr>
          <p:cNvPr id="7" name="exp1-input">
            <a:extLst xmlns:a="http://schemas.openxmlformats.org/drawingml/2006/main">
              <a:ext uri="{FF2B5EF4-FFF2-40B4-BE49-F238E27FC236}">
                <a16:creationId xmlns:a16="http://schemas.microsoft.com/office/drawing/2014/main" id="{E3BBE7B3-6D64-4658-918F-2A8FE06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3429000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1</a:t>
            </a:r>
          </a:p>
        </p:txBody>
      </p:sp>
    </p:spTree>
    <p:extLst>
      <p:ext uri="{BB962C8B-B14F-4D97-AF65-F5344CB8AC3E}">
        <p14:creationId xmlns:p14="http://schemas.microsoft.com/office/powerpoint/2010/main" val="1927857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Der erste Pilotversuch zeigt kaum Unterschiede">
            <a:extLst xmlns:a="http://schemas.openxmlformats.org/drawingml/2006/main">
              <a:ext uri="{FF2B5EF4-FFF2-40B4-BE49-F238E27FC236}">
                <a16:creationId xmlns:a16="http://schemas.microsoft.com/office/drawing/2014/main" id="{83714E85-0002-4339-81B2-720C7E16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Der erste Pilotversuch zeigt kaum Unterschiede</a:t>
            </a:r>
          </a:p>
        </p:txBody>
      </p:sp>
      <p:sp>
        <p:nvSpPr>
          <p:cNvPr id="2" name="title-rule-Der erste Pilotversuch zeigt kaum Unterschiede">
            <a:extLst xmlns:a="http://schemas.openxmlformats.org/drawingml/2006/main">
              <a:ext uri="{FF2B5EF4-FFF2-40B4-BE49-F238E27FC236}">
                <a16:creationId xmlns:a16="http://schemas.microsoft.com/office/drawing/2014/main" id="{4FD921D9-4453-4D6D-AFB1-78F037B3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sample-size">
            <a:extLst xmlns:a="http://schemas.openxmlformats.org/drawingml/2006/main">
              <a:ext uri="{FF2B5EF4-FFF2-40B4-BE49-F238E27FC236}">
                <a16:creationId xmlns:a16="http://schemas.microsoft.com/office/drawing/2014/main" id="{533325E4-5B96-475A-8FE7-01754D1A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20 Baugruppen</a:t>
            </a:r>
          </a:p>
        </p:txBody>
      </p:sp>
      <p:sp>
        <p:nvSpPr>
          <p:cNvPr id="4" name="exp-divider">
            <a:extLst xmlns:a="http://schemas.openxmlformats.org/drawingml/2006/main">
              <a:ext uri="{FF2B5EF4-FFF2-40B4-BE49-F238E27FC236}">
                <a16:creationId xmlns:a16="http://schemas.microsoft.com/office/drawing/2014/main" id="{85F746D0-EFDB-4835-A470-BF4B6CB0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exp1-title">
            <a:extLst xmlns:a="http://schemas.openxmlformats.org/drawingml/2006/main">
              <a:ext uri="{FF2B5EF4-FFF2-40B4-BE49-F238E27FC236}">
                <a16:creationId xmlns:a16="http://schemas.microsoft.com/office/drawing/2014/main" id="{7AB4C41A-723C-41EA-99FB-C69F031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Experiment 1</a:t>
            </a:r>
          </a:p>
        </p:txBody>
      </p:sp>
      <p:sp>
        <p:nvSpPr>
          <p:cNvPr id="6" name="exp2-title">
            <a:extLst xmlns:a="http://schemas.openxmlformats.org/drawingml/2006/main">
              <a:ext uri="{FF2B5EF4-FFF2-40B4-BE49-F238E27FC236}">
                <a16:creationId xmlns:a16="http://schemas.microsoft.com/office/drawing/2014/main" id="{CEBA4189-B7C3-413B-9292-7846F916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Experiment 2</a:t>
            </a:r>
          </a:p>
        </p:txBody>
      </p:sp>
      <p:sp>
        <p:nvSpPr>
          <p:cNvPr id="7" name="exp1-input">
            <a:extLst xmlns:a="http://schemas.openxmlformats.org/drawingml/2006/main">
              <a:ext uri="{FF2B5EF4-FFF2-40B4-BE49-F238E27FC236}">
                <a16:creationId xmlns:a16="http://schemas.microsoft.com/office/drawing/2014/main" id="{E3BBE7B3-6D64-4658-918F-2A8FE06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3429000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1</a:t>
            </a:r>
          </a:p>
        </p:txBody>
      </p:sp>
      <p:sp>
        <p:nvSpPr>
          <p:cNvPr id="8" name="exp2-input">
            <a:extLst xmlns:a="http://schemas.openxmlformats.org/drawingml/2006/main">
              <a:ext uri="{FF2B5EF4-FFF2-40B4-BE49-F238E27FC236}">
                <a16:creationId xmlns:a16="http://schemas.microsoft.com/office/drawing/2014/main" id="{6710C1F7-2B6F-4DE0-84A0-8B720A7F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429000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1 + Priorität 2</a:t>
            </a:r>
          </a:p>
        </p:txBody>
      </p:sp>
    </p:spTree>
    <p:extLst>
      <p:ext uri="{BB962C8B-B14F-4D97-AF65-F5344CB8AC3E}">
        <p14:creationId xmlns:p14="http://schemas.microsoft.com/office/powerpoint/2010/main" val="192785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Der erste Pilotversuch zeigt kaum Unterschiede">
            <a:extLst xmlns:a="http://schemas.openxmlformats.org/drawingml/2006/main">
              <a:ext uri="{FF2B5EF4-FFF2-40B4-BE49-F238E27FC236}">
                <a16:creationId xmlns:a16="http://schemas.microsoft.com/office/drawing/2014/main" id="{83714E85-0002-4339-81B2-720C7E16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Der erste Pilotversuch zeigt kaum Unterschiede</a:t>
            </a:r>
          </a:p>
        </p:txBody>
      </p:sp>
      <p:sp>
        <p:nvSpPr>
          <p:cNvPr id="2" name="title-rule-Der erste Pilotversuch zeigt kaum Unterschiede">
            <a:extLst xmlns:a="http://schemas.openxmlformats.org/drawingml/2006/main">
              <a:ext uri="{FF2B5EF4-FFF2-40B4-BE49-F238E27FC236}">
                <a16:creationId xmlns:a16="http://schemas.microsoft.com/office/drawing/2014/main" id="{4FD921D9-4453-4D6D-AFB1-78F037B3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3" name="sample-size">
            <a:extLst xmlns:a="http://schemas.openxmlformats.org/drawingml/2006/main">
              <a:ext uri="{FF2B5EF4-FFF2-40B4-BE49-F238E27FC236}">
                <a16:creationId xmlns:a16="http://schemas.microsoft.com/office/drawing/2014/main" id="{533325E4-5B96-475A-8FE7-01754D1A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20 Baugruppen</a:t>
            </a:r>
          </a:p>
        </p:txBody>
      </p:sp>
      <p:sp>
        <p:nvSpPr>
          <p:cNvPr id="4" name="exp-divider">
            <a:extLst xmlns:a="http://schemas.openxmlformats.org/drawingml/2006/main">
              <a:ext uri="{FF2B5EF4-FFF2-40B4-BE49-F238E27FC236}">
                <a16:creationId xmlns:a16="http://schemas.microsoft.com/office/drawing/2014/main" id="{85F746D0-EFDB-4835-A470-BF4B6CB0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exp1-title">
            <a:extLst xmlns:a="http://schemas.openxmlformats.org/drawingml/2006/main">
              <a:ext uri="{FF2B5EF4-FFF2-40B4-BE49-F238E27FC236}">
                <a16:creationId xmlns:a16="http://schemas.microsoft.com/office/drawing/2014/main" id="{7AB4C41A-723C-41EA-99FB-C69F031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Experiment 1</a:t>
            </a:r>
          </a:p>
        </p:txBody>
      </p:sp>
      <p:sp>
        <p:nvSpPr>
          <p:cNvPr id="6" name="exp2-title">
            <a:extLst xmlns:a="http://schemas.openxmlformats.org/drawingml/2006/main">
              <a:ext uri="{FF2B5EF4-FFF2-40B4-BE49-F238E27FC236}">
                <a16:creationId xmlns:a16="http://schemas.microsoft.com/office/drawing/2014/main" id="{CEBA4189-B7C3-413B-9292-7846F916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Experiment 2</a:t>
            </a:r>
          </a:p>
        </p:txBody>
      </p:sp>
      <p:sp>
        <p:nvSpPr>
          <p:cNvPr id="7" name="exp1-input">
            <a:extLst xmlns:a="http://schemas.openxmlformats.org/drawingml/2006/main">
              <a:ext uri="{FF2B5EF4-FFF2-40B4-BE49-F238E27FC236}">
                <a16:creationId xmlns:a16="http://schemas.microsoft.com/office/drawing/2014/main" id="{E3BBE7B3-6D64-4658-918F-2A8FE06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3429000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1</a:t>
            </a:r>
          </a:p>
        </p:txBody>
      </p:sp>
      <p:sp>
        <p:nvSpPr>
          <p:cNvPr id="8" name="exp2-input">
            <a:extLst xmlns:a="http://schemas.openxmlformats.org/drawingml/2006/main">
              <a:ext uri="{FF2B5EF4-FFF2-40B4-BE49-F238E27FC236}">
                <a16:creationId xmlns:a16="http://schemas.microsoft.com/office/drawing/2014/main" id="{6710C1F7-2B6F-4DE0-84A0-8B720A7F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429000" cy="1428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Benennung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Priorität 1 + Priorität 2</a:t>
            </a:r>
          </a:p>
        </p:txBody>
      </p:sp>
      <p:sp>
        <p:nvSpPr>
          <p:cNvPr id="9" name="main-result">
            <a:extLst xmlns:a="http://schemas.openxmlformats.org/drawingml/2006/main">
              <a:ext uri="{FF2B5EF4-FFF2-40B4-BE49-F238E27FC236}">
                <a16:creationId xmlns:a16="http://schemas.microsoft.com/office/drawing/2014/main" id="{E563B107-C2E1-4DD0-8239-59D5C1B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70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Klassifikationsergebnisse fast identisch</a:t>
            </a:r>
          </a:p>
        </p:txBody>
      </p:sp>
      <p:sp>
        <p:nvSpPr>
          <p:cNvPr id="10" name="result-detail">
            <a:extLst xmlns:a="http://schemas.openxmlformats.org/drawingml/2006/main">
              <a:ext uri="{FF2B5EF4-FFF2-40B4-BE49-F238E27FC236}">
                <a16:creationId xmlns:a16="http://schemas.microsoft.com/office/drawing/2014/main" id="{8FACA354-53EA-464D-BADF-994F117E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Zusätzliche Priorität-2-Dateien änderten die Ergebnisse kaum.</a:t>
            </a:r>
          </a:p>
        </p:txBody>
      </p:sp>
      <p:sp>
        <p:nvSpPr>
          <p:cNvPr id="11" name="pilot-note">
            <a:extLst xmlns:a="http://schemas.openxmlformats.org/drawingml/2006/main">
              <a:ext uri="{FF2B5EF4-FFF2-40B4-BE49-F238E27FC236}">
                <a16:creationId xmlns:a16="http://schemas.microsoft.com/office/drawing/2014/main" id="{665A1B0D-E175-4EF8-80F2-B76DBAC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Einordnung: kleiner Pilotversuch mit 20 Baugruppen</a:t>
            </a:r>
          </a:p>
        </p:txBody>
      </p:sp>
      <p:sp>
        <p:nvSpPr>
          <p:cNvPr id="12" name="next-step">
            <a:extLst xmlns:a="http://schemas.openxmlformats.org/drawingml/2006/main">
              <a:ext uri="{FF2B5EF4-FFF2-40B4-BE49-F238E27FC236}">
                <a16:creationId xmlns:a16="http://schemas.microsoft.com/office/drawing/2014/main" id="{608B55B6-AEA7-4D2D-BD3B-6DFBD13B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05500"/>
            <a:ext cx="942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EAF3F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Nächster Schritt: Vergleich mit Referenzlabels und Bewertung der Genauigkeit</a:t>
            </a:r>
          </a:p>
        </p:txBody>
      </p:sp>
    </p:spTree>
    <p:extLst>
      <p:ext uri="{BB962C8B-B14F-4D97-AF65-F5344CB8AC3E}">
        <p14:creationId xmlns:p14="http://schemas.microsoft.com/office/powerpoint/2010/main" val="192785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2026-08-18T10:37:01.2550000Z</dcterms:created>
  <dcterms:modified xsi:type="dcterms:W3CDTF">2026-08-18T10:37:01.2550000Z</dcterms:modified>
</coreProperties>
</file>