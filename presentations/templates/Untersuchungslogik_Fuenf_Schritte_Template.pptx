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32ededd7c4ffe" /><Relationship Type="http://schemas.openxmlformats.org/officeDocument/2006/relationships/extended-properties" Target="/docProps/app.xml" Id="R3cdd8e9c46224de9" /><Relationship Type="http://schemas.openxmlformats.org/officeDocument/2006/relationships/officeDocument" Target="/ppt/presentation.xml" Id="R8e6594af09cb40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f821a974a4cad"/>
  </p:sldMasterIdLst>
  <p:notesMasterIdLst>
    <p:notesMasterId xmlns:r="http://schemas.openxmlformats.org/officeDocument/2006/relationships" r:id="Ref92d48f38604846"/>
  </p:notesMasterIdLst>
  <p:sldIdLst>
    <p:sldId xmlns:r="http://schemas.openxmlformats.org/officeDocument/2006/relationships" id="256" r:id="R66436289305740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f0f76bb11c4de6" /><Relationship Type="http://schemas.openxmlformats.org/officeDocument/2006/relationships/slideMaster" Target="/ppt/slideMasters/slideMaster1.xml" Id="Rad1f821a974a4cad" /><Relationship Type="http://schemas.openxmlformats.org/officeDocument/2006/relationships/notesMaster" Target="/ppt/notesMasters/notesMaster1.xml" Id="Ref92d48f38604846" /><Relationship Type="http://schemas.openxmlformats.org/officeDocument/2006/relationships/presProps" Target="/ppt/presProps.xml" Id="Re121c8aaae134967" /><Relationship Type="http://schemas.openxmlformats.org/officeDocument/2006/relationships/tableStyles" Target="/ppt/tableStyles.xml" Id="Ree5a481c7507412c" /><Relationship Type="http://schemas.openxmlformats.org/officeDocument/2006/relationships/slide" Target="/ppt/slides/slide1.xml" Id="R664362893057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a533df5104c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54e1015794de1" /><Relationship Type="http://schemas.openxmlformats.org/officeDocument/2006/relationships/notesMaster" Target="/ppt/notesMasters/notesMaster1.xml" Id="R707d93bc9b47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380c3bc2c41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b221a66ff4e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8786f3f1340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da7e2ebab4d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24affe86144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955d2ec764b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5456022-02D6-4595-878A-D954A95F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BCD320-7763-4555-832E-371D1983A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8362523-37D7-40CB-8314-F4DB0D4860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276A37-2C55-4906-BD63-F6B18924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BADBDA-EFEA-4598-BC09-5E574C55C1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C26B1C4-7979-463E-9527-EFF61A90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6B454C-0BD3-4F61-94AA-50F2DC96F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C79F491-5DDE-492C-B422-93DDD2FEC4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C65408D-BD67-4FD9-9035-50D2BF96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9D0838-CABE-48A2-94E0-DA0E2F8BE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35E59-16ED-46DF-A972-DA681D5D8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7E0621-A726-4F11-A7BC-787DCD4A7A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896FE67-BA8B-4183-8B77-0A232CA5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B162F7-F1B0-4072-BC85-4BAEB498B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6866D3-39B5-42A1-9E4B-F171E82238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972fb96b6a4514" /><Relationship Type="http://schemas.openxmlformats.org/officeDocument/2006/relationships/slideLayout" Target="/ppt/slideLayouts/slideLayout1.xml" Id="R1735aeec52254ad9" /><Relationship Type="http://schemas.openxmlformats.org/officeDocument/2006/relationships/slideLayout" Target="/ppt/slideLayouts/slideLayout2.xml" Id="R915815eb6b7e4b25" /><Relationship Type="http://schemas.openxmlformats.org/officeDocument/2006/relationships/slideLayout" Target="/ppt/slideLayouts/slideLayout3.xml" Id="Rbfcf2f93f4de47dc" /><Relationship Type="http://schemas.openxmlformats.org/officeDocument/2006/relationships/slideLayout" Target="/ppt/slideLayouts/slideLayout4.xml" Id="R64a19c94ac5a4cfa" /><Relationship Type="http://schemas.openxmlformats.org/officeDocument/2006/relationships/slideLayout" Target="/ppt/slideLayouts/slideLayout5.xml" Id="R8018138e92bf44ff" /><Relationship Type="http://schemas.openxmlformats.org/officeDocument/2006/relationships/slideLayout" Target="/ppt/slideLayouts/slideLayout6.xml" Id="R3da71fc5e49547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5aeec52254ad9"/>
    <p:sldLayoutId xmlns:r="http://schemas.openxmlformats.org/officeDocument/2006/relationships" id="2147483650" r:id="R915815eb6b7e4b25"/>
    <p:sldLayoutId xmlns:r="http://schemas.openxmlformats.org/officeDocument/2006/relationships" id="2147483651" r:id="Rbfcf2f93f4de47dc"/>
    <p:sldLayoutId xmlns:r="http://schemas.openxmlformats.org/officeDocument/2006/relationships" id="2147483652" r:id="R64a19c94ac5a4cfa"/>
    <p:sldLayoutId xmlns:r="http://schemas.openxmlformats.org/officeDocument/2006/relationships" id="2147483653" r:id="R8018138e92bf44ff"/>
    <p:sldLayoutId xmlns:r="http://schemas.openxmlformats.org/officeDocument/2006/relationships" id="2147483654" r:id="R3da71fc5e49547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2a1aca0af4088" /><Relationship Type="http://schemas.openxmlformats.org/officeDocument/2006/relationships/notesSlide" Target="/ppt/notesSlides/notesSlide1.xml" Id="R0ca665ad54b840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Zielbereich">
            <a:extLst xmlns:a="http://schemas.openxmlformats.org/drawingml/2006/main">
              <a:ext uri="{FF2B5EF4-FFF2-40B4-BE49-F238E27FC236}">
                <a16:creationId xmlns:a16="http://schemas.microsoft.com/office/drawing/2014/main" id="{D2EE6D5A-0CDD-4D67-96DC-21AEC8C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"/>
            <a:ext cx="113538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Ziel_Titel">
            <a:extLst xmlns:a="http://schemas.openxmlformats.org/drawingml/2006/main">
              <a:ext uri="{FF2B5EF4-FFF2-40B4-BE49-F238E27FC236}">
                <a16:creationId xmlns:a16="http://schemas.microsoft.com/office/drawing/2014/main" id="{8BDBEC77-7CF4-459C-8C18-2818453A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Ziel_Textzeile_1">
            <a:extLst xmlns:a="http://schemas.openxmlformats.org/drawingml/2006/main">
              <a:ext uri="{FF2B5EF4-FFF2-40B4-BE49-F238E27FC236}">
                <a16:creationId xmlns:a16="http://schemas.microsoft.com/office/drawing/2014/main" id="{10E7AC6F-B161-459D-AB62-3AC45456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00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Ziel_Textzeile_2">
            <a:extLst xmlns:a="http://schemas.openxmlformats.org/drawingml/2006/main">
              <a:ext uri="{FF2B5EF4-FFF2-40B4-BE49-F238E27FC236}">
                <a16:creationId xmlns:a16="http://schemas.microsoft.com/office/drawing/2014/main" id="{C2630E3B-C850-4D77-A5DC-3B74D4B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47148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arte_1">
            <a:extLst xmlns:a="http://schemas.openxmlformats.org/drawingml/2006/main">
              <a:ext uri="{FF2B5EF4-FFF2-40B4-BE49-F238E27FC236}">
                <a16:creationId xmlns:a16="http://schemas.microsoft.com/office/drawing/2014/main" id="{E554618A-4BB2-43D6-8BB2-9C736B09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019300" cy="363855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DEE"/>
            </a:solidFill>
            <a:prstDash val="solid"/>
          </a:ln>
        </p:spPr>
      </p:sp>
      <p:sp>
        <p:nvSpPr>
          <p:cNvPr id="6" name="Akzent_1">
            <a:extLst xmlns:a="http://schemas.openxmlformats.org/drawingml/2006/main">
              <a:ext uri="{FF2B5EF4-FFF2-40B4-BE49-F238E27FC236}">
                <a16:creationId xmlns:a16="http://schemas.microsoft.com/office/drawing/2014/main" id="{4706C1DC-EF96-4D7A-8E0F-BD857BD7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0193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mernkreis_1">
            <a:extLst xmlns:a="http://schemas.openxmlformats.org/drawingml/2006/main">
              <a:ext uri="{FF2B5EF4-FFF2-40B4-BE49-F238E27FC236}">
                <a16:creationId xmlns:a16="http://schemas.microsoft.com/office/drawing/2014/main" id="{80C314C4-1362-4052-BE5F-A1D2D35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mer_1">
            <a:extLst xmlns:a="http://schemas.openxmlformats.org/drawingml/2006/main">
              <a:ext uri="{FF2B5EF4-FFF2-40B4-BE49-F238E27FC236}">
                <a16:creationId xmlns:a16="http://schemas.microsoft.com/office/drawing/2014/main" id="{902351AD-FDDD-4057-8912-6AAFF7D2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Bildplatzhalter_1">
            <a:extLst xmlns:a="http://schemas.openxmlformats.org/drawingml/2006/main">
              <a:ext uri="{FF2B5EF4-FFF2-40B4-BE49-F238E27FC236}">
                <a16:creationId xmlns:a16="http://schemas.microsoft.com/office/drawing/2014/main" id="{1ADF497F-B3B0-4A30-9F9E-65B935EC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2954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E8F2"/>
            </a:solidFill>
            <a:prstDash val="solid"/>
          </a:ln>
        </p:spPr>
      </p:sp>
      <p:sp>
        <p:nvSpPr>
          <p:cNvPr id="10" name="Titel_1">
            <a:extLst xmlns:a="http://schemas.openxmlformats.org/drawingml/2006/main">
              <a:ext uri="{FF2B5EF4-FFF2-40B4-BE49-F238E27FC236}">
                <a16:creationId xmlns:a16="http://schemas.microsoft.com/office/drawing/2014/main" id="{515E5ADC-13F2-49A3-80EB-3DA55DE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Titelzeile_1">
            <a:extLst xmlns:a="http://schemas.openxmlformats.org/drawingml/2006/main">
              <a:ext uri="{FF2B5EF4-FFF2-40B4-BE49-F238E27FC236}">
                <a16:creationId xmlns:a16="http://schemas.microsoft.com/office/drawing/2014/main" id="{0D267A6C-E88F-461B-A9DD-E5C5B9CD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43500"/>
            <a:ext cx="1428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ntertitelzeile_1">
            <a:extLst xmlns:a="http://schemas.openxmlformats.org/drawingml/2006/main">
              <a:ext uri="{FF2B5EF4-FFF2-40B4-BE49-F238E27FC236}">
                <a16:creationId xmlns:a16="http://schemas.microsoft.com/office/drawing/2014/main" id="{C8FCE462-0DFA-40FE-BF96-0BCF9F9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838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eschreibungzeile_1_1">
            <a:extLst xmlns:a="http://schemas.openxmlformats.org/drawingml/2006/main">
              <a:ext uri="{FF2B5EF4-FFF2-40B4-BE49-F238E27FC236}">
                <a16:creationId xmlns:a16="http://schemas.microsoft.com/office/drawing/2014/main" id="{ABF21EA0-DD30-422D-9FEA-4204B59B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19750"/>
            <a:ext cx="1504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eschreibungzeile_2_1">
            <a:extLst xmlns:a="http://schemas.openxmlformats.org/drawingml/2006/main">
              <a:ext uri="{FF2B5EF4-FFF2-40B4-BE49-F238E27FC236}">
                <a16:creationId xmlns:a16="http://schemas.microsoft.com/office/drawing/2014/main" id="{A761B2FC-0A24-4EC7-A975-730C3AA3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00725"/>
            <a:ext cx="1143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feil_1">
            <a:extLst xmlns:a="http://schemas.openxmlformats.org/drawingml/2006/main">
              <a:ext uri="{FF2B5EF4-FFF2-40B4-BE49-F238E27FC236}">
                <a16:creationId xmlns:a16="http://schemas.microsoft.com/office/drawing/2014/main" id="{222EBA8D-6A18-4532-B2BE-17A0467C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2000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91"/>
          </a:solidFill>
          <a:ln xmlns:a="http://schemas.openxmlformats.org/drawingml/2006/main" w="0">
            <a:solidFill>
              <a:srgbClr val="005691"/>
            </a:solidFill>
            <a:prstDash val="solid"/>
          </a:ln>
        </p:spPr>
      </p:sp>
      <p:sp>
        <p:nvSpPr>
          <p:cNvPr id="16" name="Karte_2">
            <a:extLst xmlns:a="http://schemas.openxmlformats.org/drawingml/2006/main">
              <a:ext uri="{FF2B5EF4-FFF2-40B4-BE49-F238E27FC236}">
                <a16:creationId xmlns:a16="http://schemas.microsoft.com/office/drawing/2014/main" id="{D43B8052-5ED4-41E3-8118-CBB33E09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2019300" cy="363855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DEE"/>
            </a:solidFill>
            <a:prstDash val="solid"/>
          </a:ln>
        </p:spPr>
      </p:sp>
      <p:sp>
        <p:nvSpPr>
          <p:cNvPr id="17" name="Akzent_2">
            <a:extLst xmlns:a="http://schemas.openxmlformats.org/drawingml/2006/main">
              <a:ext uri="{FF2B5EF4-FFF2-40B4-BE49-F238E27FC236}">
                <a16:creationId xmlns:a16="http://schemas.microsoft.com/office/drawing/2014/main" id="{91C18B62-8653-4D48-BC15-63575F5F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20193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mernkreis_2">
            <a:extLst xmlns:a="http://schemas.openxmlformats.org/drawingml/2006/main">
              <a:ext uri="{FF2B5EF4-FFF2-40B4-BE49-F238E27FC236}">
                <a16:creationId xmlns:a16="http://schemas.microsoft.com/office/drawing/2014/main" id="{81AEC077-0818-4B70-B009-71FDC85F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ummer_2">
            <a:extLst xmlns:a="http://schemas.openxmlformats.org/drawingml/2006/main">
              <a:ext uri="{FF2B5EF4-FFF2-40B4-BE49-F238E27FC236}">
                <a16:creationId xmlns:a16="http://schemas.microsoft.com/office/drawing/2014/main" id="{0D86D0BB-317F-4050-98C5-965A28CF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05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Bildplatzhalter_2">
            <a:extLst xmlns:a="http://schemas.openxmlformats.org/drawingml/2006/main">
              <a:ext uri="{FF2B5EF4-FFF2-40B4-BE49-F238E27FC236}">
                <a16:creationId xmlns:a16="http://schemas.microsoft.com/office/drawing/2014/main" id="{B0FB3347-B302-48D1-92C1-7F4E1F1E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2954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E8F2"/>
            </a:solidFill>
            <a:prstDash val="solid"/>
          </a:ln>
        </p:spPr>
      </p:sp>
      <p:sp>
        <p:nvSpPr>
          <p:cNvPr id="21" name="Titel_2">
            <a:extLst xmlns:a="http://schemas.openxmlformats.org/drawingml/2006/main">
              <a:ext uri="{FF2B5EF4-FFF2-40B4-BE49-F238E27FC236}">
                <a16:creationId xmlns:a16="http://schemas.microsoft.com/office/drawing/2014/main" id="{15C37BE4-AF5A-49B2-B723-DD08C129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Titelzeile_2">
            <a:extLst xmlns:a="http://schemas.openxmlformats.org/drawingml/2006/main">
              <a:ext uri="{FF2B5EF4-FFF2-40B4-BE49-F238E27FC236}">
                <a16:creationId xmlns:a16="http://schemas.microsoft.com/office/drawing/2014/main" id="{47381B7D-2F80-40AA-AB7B-A2058B1B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43500"/>
            <a:ext cx="1428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Untertitelzeile_2">
            <a:extLst xmlns:a="http://schemas.openxmlformats.org/drawingml/2006/main">
              <a:ext uri="{FF2B5EF4-FFF2-40B4-BE49-F238E27FC236}">
                <a16:creationId xmlns:a16="http://schemas.microsoft.com/office/drawing/2014/main" id="{75AAE012-C676-4E46-B665-76F54BDF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62575"/>
            <a:ext cx="838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eschreibungzeile_1_2">
            <a:extLst xmlns:a="http://schemas.openxmlformats.org/drawingml/2006/main">
              <a:ext uri="{FF2B5EF4-FFF2-40B4-BE49-F238E27FC236}">
                <a16:creationId xmlns:a16="http://schemas.microsoft.com/office/drawing/2014/main" id="{ADBD70B8-B138-484D-8A48-CC119FA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619750"/>
            <a:ext cx="1504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eschreibungzeile_2_2">
            <a:extLst xmlns:a="http://schemas.openxmlformats.org/drawingml/2006/main">
              <a:ext uri="{FF2B5EF4-FFF2-40B4-BE49-F238E27FC236}">
                <a16:creationId xmlns:a16="http://schemas.microsoft.com/office/drawing/2014/main" id="{B853F228-8207-4216-9707-3F63036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800725"/>
            <a:ext cx="1143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feil_2">
            <a:extLst xmlns:a="http://schemas.openxmlformats.org/drawingml/2006/main">
              <a:ext uri="{FF2B5EF4-FFF2-40B4-BE49-F238E27FC236}">
                <a16:creationId xmlns:a16="http://schemas.microsoft.com/office/drawing/2014/main" id="{76A303EE-D32B-4C3F-B4D4-01DED4A2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86200"/>
            <a:ext cx="2000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91"/>
          </a:solidFill>
          <a:ln xmlns:a="http://schemas.openxmlformats.org/drawingml/2006/main" w="0">
            <a:solidFill>
              <a:srgbClr val="005691"/>
            </a:solidFill>
            <a:prstDash val="solid"/>
          </a:ln>
        </p:spPr>
      </p:sp>
      <p:sp>
        <p:nvSpPr>
          <p:cNvPr id="27" name="Karte_3">
            <a:extLst xmlns:a="http://schemas.openxmlformats.org/drawingml/2006/main">
              <a:ext uri="{FF2B5EF4-FFF2-40B4-BE49-F238E27FC236}">
                <a16:creationId xmlns:a16="http://schemas.microsoft.com/office/drawing/2014/main" id="{8EF50244-DDDF-4658-8D0F-1B9DF8B0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2019300" cy="363855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DEE"/>
            </a:solidFill>
            <a:prstDash val="solid"/>
          </a:ln>
        </p:spPr>
      </p:sp>
      <p:sp>
        <p:nvSpPr>
          <p:cNvPr id="28" name="Akzent_3">
            <a:extLst xmlns:a="http://schemas.openxmlformats.org/drawingml/2006/main">
              <a:ext uri="{FF2B5EF4-FFF2-40B4-BE49-F238E27FC236}">
                <a16:creationId xmlns:a16="http://schemas.microsoft.com/office/drawing/2014/main" id="{E9035F76-035F-4144-A60E-407E3360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20193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Nummernkreis_3">
            <a:extLst xmlns:a="http://schemas.openxmlformats.org/drawingml/2006/main">
              <a:ext uri="{FF2B5EF4-FFF2-40B4-BE49-F238E27FC236}">
                <a16:creationId xmlns:a16="http://schemas.microsoft.com/office/drawing/2014/main" id="{A4BD8BE2-D5C5-4B91-8DF3-76A82B57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Nummer_3">
            <a:extLst xmlns:a="http://schemas.openxmlformats.org/drawingml/2006/main">
              <a:ext uri="{FF2B5EF4-FFF2-40B4-BE49-F238E27FC236}">
                <a16:creationId xmlns:a16="http://schemas.microsoft.com/office/drawing/2014/main" id="{61FE8633-D8B5-4266-A3C7-29597C47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05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Bildplatzhalter_3">
            <a:extLst xmlns:a="http://schemas.openxmlformats.org/drawingml/2006/main">
              <a:ext uri="{FF2B5EF4-FFF2-40B4-BE49-F238E27FC236}">
                <a16:creationId xmlns:a16="http://schemas.microsoft.com/office/drawing/2014/main" id="{3BC60C03-C55C-40DD-8618-43219B44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12954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E8F2"/>
            </a:solidFill>
            <a:prstDash val="solid"/>
          </a:ln>
        </p:spPr>
      </p:sp>
      <p:sp>
        <p:nvSpPr>
          <p:cNvPr id="32" name="Titel_3">
            <a:extLst xmlns:a="http://schemas.openxmlformats.org/drawingml/2006/main">
              <a:ext uri="{FF2B5EF4-FFF2-40B4-BE49-F238E27FC236}">
                <a16:creationId xmlns:a16="http://schemas.microsoft.com/office/drawing/2014/main" id="{3FB16153-7C66-45CD-BF33-2DA6211C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Titelzeile_3">
            <a:extLst xmlns:a="http://schemas.openxmlformats.org/drawingml/2006/main">
              <a:ext uri="{FF2B5EF4-FFF2-40B4-BE49-F238E27FC236}">
                <a16:creationId xmlns:a16="http://schemas.microsoft.com/office/drawing/2014/main" id="{3951A684-5B6B-40EC-B3C0-9D223AAA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43500"/>
            <a:ext cx="1428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Untertitelzeile_3">
            <a:extLst xmlns:a="http://schemas.openxmlformats.org/drawingml/2006/main">
              <a:ext uri="{FF2B5EF4-FFF2-40B4-BE49-F238E27FC236}">
                <a16:creationId xmlns:a16="http://schemas.microsoft.com/office/drawing/2014/main" id="{741F7361-8B4C-4EDF-8346-61D8D5EE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362575"/>
            <a:ext cx="838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eschreibungzeile_1_3">
            <a:extLst xmlns:a="http://schemas.openxmlformats.org/drawingml/2006/main">
              <a:ext uri="{FF2B5EF4-FFF2-40B4-BE49-F238E27FC236}">
                <a16:creationId xmlns:a16="http://schemas.microsoft.com/office/drawing/2014/main" id="{AE04B3C0-21DF-4EAB-A535-7B74C24D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619750"/>
            <a:ext cx="1504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eschreibungzeile_2_3">
            <a:extLst xmlns:a="http://schemas.openxmlformats.org/drawingml/2006/main">
              <a:ext uri="{FF2B5EF4-FFF2-40B4-BE49-F238E27FC236}">
                <a16:creationId xmlns:a16="http://schemas.microsoft.com/office/drawing/2014/main" id="{93E2BBA9-1B0E-4772-980A-5AD7664B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800725"/>
            <a:ext cx="1143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feil_3">
            <a:extLst xmlns:a="http://schemas.openxmlformats.org/drawingml/2006/main">
              <a:ext uri="{FF2B5EF4-FFF2-40B4-BE49-F238E27FC236}">
                <a16:creationId xmlns:a16="http://schemas.microsoft.com/office/drawing/2014/main" id="{E53D946B-460C-49F5-B27D-10050D2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2000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91"/>
          </a:solidFill>
          <a:ln xmlns:a="http://schemas.openxmlformats.org/drawingml/2006/main" w="0">
            <a:solidFill>
              <a:srgbClr val="005691"/>
            </a:solidFill>
            <a:prstDash val="solid"/>
          </a:ln>
        </p:spPr>
      </p:sp>
      <p:sp>
        <p:nvSpPr>
          <p:cNvPr id="38" name="Karte_4">
            <a:extLst xmlns:a="http://schemas.openxmlformats.org/drawingml/2006/main">
              <a:ext uri="{FF2B5EF4-FFF2-40B4-BE49-F238E27FC236}">
                <a16:creationId xmlns:a16="http://schemas.microsoft.com/office/drawing/2014/main" id="{FC1E2B90-F856-43FA-AD27-CB7F883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2019300" cy="363855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DEE"/>
            </a:solidFill>
            <a:prstDash val="solid"/>
          </a:ln>
        </p:spPr>
      </p:sp>
      <p:sp>
        <p:nvSpPr>
          <p:cNvPr id="39" name="Akzent_4">
            <a:extLst xmlns:a="http://schemas.openxmlformats.org/drawingml/2006/main">
              <a:ext uri="{FF2B5EF4-FFF2-40B4-BE49-F238E27FC236}">
                <a16:creationId xmlns:a16="http://schemas.microsoft.com/office/drawing/2014/main" id="{BC68547C-7FDE-445A-A012-97EB25A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20193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Nummernkreis_4">
            <a:extLst xmlns:a="http://schemas.openxmlformats.org/drawingml/2006/main">
              <a:ext uri="{FF2B5EF4-FFF2-40B4-BE49-F238E27FC236}">
                <a16:creationId xmlns:a16="http://schemas.microsoft.com/office/drawing/2014/main" id="{60BD8965-3711-460C-98AB-FED1139C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Nummer_4">
            <a:extLst xmlns:a="http://schemas.openxmlformats.org/drawingml/2006/main">
              <a:ext uri="{FF2B5EF4-FFF2-40B4-BE49-F238E27FC236}">
                <a16:creationId xmlns:a16="http://schemas.microsoft.com/office/drawing/2014/main" id="{4A0927E2-711A-4F4D-951E-FAF897D5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05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Bildplatzhalter_4">
            <a:extLst xmlns:a="http://schemas.openxmlformats.org/drawingml/2006/main">
              <a:ext uri="{FF2B5EF4-FFF2-40B4-BE49-F238E27FC236}">
                <a16:creationId xmlns:a16="http://schemas.microsoft.com/office/drawing/2014/main" id="{EFAE8219-7159-4627-9C2C-B8B1FDA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2954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E8F2"/>
            </a:solidFill>
            <a:prstDash val="solid"/>
          </a:ln>
        </p:spPr>
      </p:sp>
      <p:sp>
        <p:nvSpPr>
          <p:cNvPr id="43" name="Titel_4">
            <a:extLst xmlns:a="http://schemas.openxmlformats.org/drawingml/2006/main">
              <a:ext uri="{FF2B5EF4-FFF2-40B4-BE49-F238E27FC236}">
                <a16:creationId xmlns:a16="http://schemas.microsoft.com/office/drawing/2014/main" id="{017BC9CD-EF21-42E7-82D8-8C0CAD80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Titelzeile_4">
            <a:extLst xmlns:a="http://schemas.openxmlformats.org/drawingml/2006/main">
              <a:ext uri="{FF2B5EF4-FFF2-40B4-BE49-F238E27FC236}">
                <a16:creationId xmlns:a16="http://schemas.microsoft.com/office/drawing/2014/main" id="{13A89376-688D-4AB1-A43C-D0EA698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43500"/>
            <a:ext cx="1428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Untertitelzeile_4">
            <a:extLst xmlns:a="http://schemas.openxmlformats.org/drawingml/2006/main">
              <a:ext uri="{FF2B5EF4-FFF2-40B4-BE49-F238E27FC236}">
                <a16:creationId xmlns:a16="http://schemas.microsoft.com/office/drawing/2014/main" id="{D10593FB-5568-4365-B527-2E46F7A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62575"/>
            <a:ext cx="838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eschreibungzeile_1_4">
            <a:extLst xmlns:a="http://schemas.openxmlformats.org/drawingml/2006/main">
              <a:ext uri="{FF2B5EF4-FFF2-40B4-BE49-F238E27FC236}">
                <a16:creationId xmlns:a16="http://schemas.microsoft.com/office/drawing/2014/main" id="{30A4D8AF-4F0B-433C-9C16-4D4306EB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619750"/>
            <a:ext cx="1504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eschreibungzeile_2_4">
            <a:extLst xmlns:a="http://schemas.openxmlformats.org/drawingml/2006/main">
              <a:ext uri="{FF2B5EF4-FFF2-40B4-BE49-F238E27FC236}">
                <a16:creationId xmlns:a16="http://schemas.microsoft.com/office/drawing/2014/main" id="{3EC131B6-EC1C-464A-91E2-6006F4BA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800725"/>
            <a:ext cx="1143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feil_4">
            <a:extLst xmlns:a="http://schemas.openxmlformats.org/drawingml/2006/main">
              <a:ext uri="{FF2B5EF4-FFF2-40B4-BE49-F238E27FC236}">
                <a16:creationId xmlns:a16="http://schemas.microsoft.com/office/drawing/2014/main" id="{6A792810-CFCE-46CB-8FCD-0E306546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2000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91"/>
          </a:solidFill>
          <a:ln xmlns:a="http://schemas.openxmlformats.org/drawingml/2006/main" w="0">
            <a:solidFill>
              <a:srgbClr val="005691"/>
            </a:solidFill>
            <a:prstDash val="solid"/>
          </a:ln>
        </p:spPr>
      </p:sp>
      <p:sp>
        <p:nvSpPr>
          <p:cNvPr id="49" name="Karte_5">
            <a:extLst xmlns:a="http://schemas.openxmlformats.org/drawingml/2006/main">
              <a:ext uri="{FF2B5EF4-FFF2-40B4-BE49-F238E27FC236}">
                <a16:creationId xmlns:a16="http://schemas.microsoft.com/office/drawing/2014/main" id="{26682CAF-D1B6-41E9-95F2-15CEDEE1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2019300" cy="363855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DEE"/>
            </a:solidFill>
            <a:prstDash val="solid"/>
          </a:ln>
        </p:spPr>
      </p:sp>
      <p:sp>
        <p:nvSpPr>
          <p:cNvPr id="50" name="Akzent_5">
            <a:extLst xmlns:a="http://schemas.openxmlformats.org/drawingml/2006/main">
              <a:ext uri="{FF2B5EF4-FFF2-40B4-BE49-F238E27FC236}">
                <a16:creationId xmlns:a16="http://schemas.microsoft.com/office/drawing/2014/main" id="{9BB318C3-11CD-4DD9-B28A-E42BF451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20193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Nummernkreis_5">
            <a:extLst xmlns:a="http://schemas.openxmlformats.org/drawingml/2006/main">
              <a:ext uri="{FF2B5EF4-FFF2-40B4-BE49-F238E27FC236}">
                <a16:creationId xmlns:a16="http://schemas.microsoft.com/office/drawing/2014/main" id="{7F8B07AA-3871-4A8B-8C07-8D108E50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50507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Nummer_5">
            <a:extLst xmlns:a="http://schemas.openxmlformats.org/drawingml/2006/main">
              <a:ext uri="{FF2B5EF4-FFF2-40B4-BE49-F238E27FC236}">
                <a16:creationId xmlns:a16="http://schemas.microsoft.com/office/drawing/2014/main" id="{7A484FD1-FD25-46FC-9B05-2F917744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505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Bildplatzhalter_5">
            <a:extLst xmlns:a="http://schemas.openxmlformats.org/drawingml/2006/main">
              <a:ext uri="{FF2B5EF4-FFF2-40B4-BE49-F238E27FC236}">
                <a16:creationId xmlns:a16="http://schemas.microsoft.com/office/drawing/2014/main" id="{345449B0-F07D-468C-B97E-7CD62C0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43250"/>
            <a:ext cx="12954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6E8F2"/>
            </a:solidFill>
            <a:prstDash val="solid"/>
          </a:ln>
        </p:spPr>
      </p:sp>
      <p:sp>
        <p:nvSpPr>
          <p:cNvPr id="54" name="Titel_5">
            <a:extLst xmlns:a="http://schemas.openxmlformats.org/drawingml/2006/main">
              <a:ext uri="{FF2B5EF4-FFF2-40B4-BE49-F238E27FC236}">
                <a16:creationId xmlns:a16="http://schemas.microsoft.com/office/drawing/2014/main" id="{48121991-0149-4AF6-ABF6-42B66FEC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Titelzeile_5">
            <a:extLst xmlns:a="http://schemas.openxmlformats.org/drawingml/2006/main">
              <a:ext uri="{FF2B5EF4-FFF2-40B4-BE49-F238E27FC236}">
                <a16:creationId xmlns:a16="http://schemas.microsoft.com/office/drawing/2014/main" id="{21DF4905-ECC9-4D60-B0DB-FA821AC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0"/>
            <a:ext cx="1428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Untertitelzeile_5">
            <a:extLst xmlns:a="http://schemas.openxmlformats.org/drawingml/2006/main">
              <a:ext uri="{FF2B5EF4-FFF2-40B4-BE49-F238E27FC236}">
                <a16:creationId xmlns:a16="http://schemas.microsoft.com/office/drawing/2014/main" id="{DE38EC0D-AC27-43C3-BB63-BD8D20D2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362575"/>
            <a:ext cx="838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eschreibungzeile_1_5">
            <a:extLst xmlns:a="http://schemas.openxmlformats.org/drawingml/2006/main">
              <a:ext uri="{FF2B5EF4-FFF2-40B4-BE49-F238E27FC236}">
                <a16:creationId xmlns:a16="http://schemas.microsoft.com/office/drawing/2014/main" id="{6F372DBA-2DDD-4828-9134-F6028768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19750"/>
            <a:ext cx="1504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eschreibungzeile_2_5">
            <a:extLst xmlns:a="http://schemas.openxmlformats.org/drawingml/2006/main">
              <a:ext uri="{FF2B5EF4-FFF2-40B4-BE49-F238E27FC236}">
                <a16:creationId xmlns:a16="http://schemas.microsoft.com/office/drawing/2014/main" id="{1202F206-F3C6-4936-8D71-F5319C64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800725"/>
            <a:ext cx="1143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CCD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1856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2026-10-05T12:34:35.0550000Z</dcterms:created>
  <dcterms:modified xsi:type="dcterms:W3CDTF">2026-10-05T12:34:35.0550000Z</dcterms:modified>
</coreProperties>
</file>