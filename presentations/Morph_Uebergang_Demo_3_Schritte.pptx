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cc68cebac4e02" /><Relationship Type="http://schemas.openxmlformats.org/officeDocument/2006/relationships/extended-properties" Target="/docProps/app.xml" Id="R414e793933fb44f0" /><Relationship Type="http://schemas.openxmlformats.org/officeDocument/2006/relationships/officeDocument" Target="/ppt/presentation.xml" Id="R04f0be03d7f0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aa67a46024db6"/>
  </p:sldMasterIdLst>
  <p:notesMasterIdLst>
    <p:notesMasterId xmlns:r="http://schemas.openxmlformats.org/officeDocument/2006/relationships" r:id="R8c6c18179da24a9d"/>
  </p:notesMasterIdLst>
  <p:sldIdLst>
    <p:sldId xmlns:r="http://schemas.openxmlformats.org/officeDocument/2006/relationships" id="256" r:id="Ra6af1763e6714798"/>
    <p:sldId xmlns:r="http://schemas.openxmlformats.org/officeDocument/2006/relationships" id="257" r:id="R59c57804488441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6119109a8d452c" /><Relationship Type="http://schemas.openxmlformats.org/officeDocument/2006/relationships/slideMaster" Target="/ppt/slideMasters/slideMaster1.xml" Id="R348aa67a46024db6" /><Relationship Type="http://schemas.openxmlformats.org/officeDocument/2006/relationships/notesMaster" Target="/ppt/notesMasters/notesMaster1.xml" Id="R8c6c18179da24a9d" /><Relationship Type="http://schemas.openxmlformats.org/officeDocument/2006/relationships/presProps" Target="/ppt/presProps.xml" Id="Re74455f9ee484b6a" /><Relationship Type="http://schemas.openxmlformats.org/officeDocument/2006/relationships/tableStyles" Target="/ppt/tableStyles.xml" Id="R0355ab1bb4074ab0" /><Relationship Type="http://schemas.openxmlformats.org/officeDocument/2006/relationships/slide" Target="/ppt/slides/slide1.xml" Id="Ra6af1763e6714798" /><Relationship Type="http://schemas.openxmlformats.org/officeDocument/2006/relationships/slide" Target="/ppt/slides/slide2.xml" Id="R59c578044884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4d335b3f5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46efac1c54791" /><Relationship Type="http://schemas.openxmlformats.org/officeDocument/2006/relationships/notesMaster" Target="/ppt/notesMasters/notesMaster1.xml" Id="R70730cd75917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0946d8259f43db" /><Relationship Type="http://schemas.openxmlformats.org/officeDocument/2006/relationships/notesMaster" Target="/ppt/notesMasters/notesMaster1.xml" Id="R2ffe6287cb7f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2b6c39ac24c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478567a0a42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ee63decc24d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09bba12af4e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0b6753d7143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68c5fa8664a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973D52-7D93-4F63-9A6E-D4790E9AA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9CFE42-D772-4843-87D6-B678B28C4A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8793F5-480F-4A73-A3E3-974844391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FD83D4-9211-4C7E-9370-0BD732F50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7817A0-8D79-4FFF-A157-DAD74CECC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57276F-CA4F-4A9B-9D2B-3609D4996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84DE61-7B18-434A-AA4E-07EB0F8AC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06CF26-EF21-4B3B-8BD8-954D7FB5A4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25B9B6-5DD1-4254-B894-BA72CF425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D90787-C159-4290-BBAA-9A14739148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36553781e3434d" /><Relationship Type="http://schemas.openxmlformats.org/officeDocument/2006/relationships/slideLayout" Target="/ppt/slideLayouts/slideLayout1.xml" Id="R0d2aa7273fe84e61" /><Relationship Type="http://schemas.openxmlformats.org/officeDocument/2006/relationships/slideLayout" Target="/ppt/slideLayouts/slideLayout2.xml" Id="Rdb1ec9778f944a9e" /><Relationship Type="http://schemas.openxmlformats.org/officeDocument/2006/relationships/slideLayout" Target="/ppt/slideLayouts/slideLayout3.xml" Id="Rff23b38696654f0e" /><Relationship Type="http://schemas.openxmlformats.org/officeDocument/2006/relationships/slideLayout" Target="/ppt/slideLayouts/slideLayout4.xml" Id="Rac42e665470e47a8" /><Relationship Type="http://schemas.openxmlformats.org/officeDocument/2006/relationships/slideLayout" Target="/ppt/slideLayouts/slideLayout5.xml" Id="R40e7756c3c6c4266" /><Relationship Type="http://schemas.openxmlformats.org/officeDocument/2006/relationships/slideLayout" Target="/ppt/slideLayouts/slideLayout6.xml" Id="R5ad507c493ee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aa7273fe84e61"/>
    <p:sldLayoutId xmlns:r="http://schemas.openxmlformats.org/officeDocument/2006/relationships" id="2147483650" r:id="Rdb1ec9778f944a9e"/>
    <p:sldLayoutId xmlns:r="http://schemas.openxmlformats.org/officeDocument/2006/relationships" id="2147483651" r:id="Rff23b38696654f0e"/>
    <p:sldLayoutId xmlns:r="http://schemas.openxmlformats.org/officeDocument/2006/relationships" id="2147483652" r:id="Rac42e665470e47a8"/>
    <p:sldLayoutId xmlns:r="http://schemas.openxmlformats.org/officeDocument/2006/relationships" id="2147483653" r:id="R40e7756c3c6c4266"/>
    <p:sldLayoutId xmlns:r="http://schemas.openxmlformats.org/officeDocument/2006/relationships" id="2147483654" r:id="R5ad507c493ee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5f6d5a29f41a3" /><Relationship Type="http://schemas.openxmlformats.org/officeDocument/2006/relationships/notesSlide" Target="/ppt/notesSlides/notesSlide1.xml" Id="R043dba1d1d5f4e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a65308f0b41f6" /><Relationship Type="http://schemas.openxmlformats.org/officeDocument/2006/relationships/notesSlide" Target="/ppt/notesSlides/notesSlide2.xml" Id="R6efcfc5d851449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title">
            <a:extLst xmlns:a="http://schemas.openxmlformats.org/drawingml/2006/main">
              <a:ext uri="{FF2B5EF4-FFF2-40B4-BE49-F238E27FC236}">
                <a16:creationId xmlns:a16="http://schemas.microsoft.com/office/drawing/2014/main" id="{2A3CBF2C-E430-4BBF-9173-4CB1E53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3B71"/>
                </a:solidFill>
              </a:defRPr>
            </a:pPr>
            <a:r>
              <a:rPr sz="3150" b="1">
                <a:solidFill>
                  <a:srgbClr val="003B71"/>
                </a:solidFill>
              </a:rPr>
              <a:t>Drei Schritte im Überblick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9A01A8D-D492-42BC-93B7-AB57895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6566A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6566A"/>
                </a:solidFill>
              </a:defRPr>
            </a:pPr>
            <a:r>
              <a:rPr sz="1575" b="0">
                <a:solidFill>
                  <a:srgbClr val="46566A"/>
                </a:solidFill>
              </a:rPr>
              <a:t>Die drei großen Karten werden auf der nächsten Folie zur Prozessnavigation.</a:t>
            </a:r>
          </a:p>
        </p:txBody>
      </p:sp>
      <p:sp>
        <p:nvSpPr>
          <p:cNvPr id="3" name="!!step-1">
            <a:extLst xmlns:a="http://schemas.openxmlformats.org/drawingml/2006/main">
              <a:ext uri="{FF2B5EF4-FFF2-40B4-BE49-F238E27FC236}">
                <a16:creationId xmlns:a16="http://schemas.microsoft.com/office/drawing/2014/main" id="{E2A5BE1F-F418-4CA1-BC99-815B820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7622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E3"/>
            </a:solidFill>
            <a:prstDash val="solid"/>
          </a:ln>
        </p:spPr>
      </p:sp>
      <p:sp>
        <p:nvSpPr>
          <p:cNvPr id="4" name="step-bar-1">
            <a:extLst xmlns:a="http://schemas.openxmlformats.org/drawingml/2006/main">
              <a:ext uri="{FF2B5EF4-FFF2-40B4-BE49-F238E27FC236}">
                <a16:creationId xmlns:a16="http://schemas.microsoft.com/office/drawing/2014/main" id="{861A6A50-D938-4262-953C-4EF1159F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number-1">
            <a:extLst xmlns:a="http://schemas.openxmlformats.org/drawingml/2006/main">
              <a:ext uri="{FF2B5EF4-FFF2-40B4-BE49-F238E27FC236}">
                <a16:creationId xmlns:a16="http://schemas.microsoft.com/office/drawing/2014/main" id="{7DB6F815-BCEC-4A2F-A46A-7B2EE85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!!number-text-1">
            <a:extLst xmlns:a="http://schemas.openxmlformats.org/drawingml/2006/main">
              <a:ext uri="{FF2B5EF4-FFF2-40B4-BE49-F238E27FC236}">
                <a16:creationId xmlns:a16="http://schemas.microsoft.com/office/drawing/2014/main" id="{91C92EB6-B383-44AC-B1A4-98DB9F6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57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3B71"/>
                </a:solidFill>
              </a:defRPr>
            </a:pPr>
            <a:r>
              <a:rPr sz="1725" b="1">
                <a:solidFill>
                  <a:srgbClr val="003B71"/>
                </a:solidFill>
              </a:rPr>
              <a:t>1</a:t>
            </a:r>
          </a:p>
        </p:txBody>
      </p:sp>
      <p:sp>
        <p:nvSpPr>
          <p:cNvPr id="7" name="!!title-1">
            <a:extLst xmlns:a="http://schemas.openxmlformats.org/drawingml/2006/main">
              <a:ext uri="{FF2B5EF4-FFF2-40B4-BE49-F238E27FC236}">
                <a16:creationId xmlns:a16="http://schemas.microsoft.com/office/drawing/2014/main" id="{0141460F-C6D9-4A1E-8804-9CFF757F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Testbasis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FF9771C4-4615-4A47-A5A2-3C17C78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7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A5568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Daten und Regeln festlegen</a:t>
            </a:r>
          </a:p>
        </p:txBody>
      </p:sp>
      <p:sp>
        <p:nvSpPr>
          <p:cNvPr id="9" name="!!step-2">
            <a:extLst xmlns:a="http://schemas.openxmlformats.org/drawingml/2006/main">
              <a:ext uri="{FF2B5EF4-FFF2-40B4-BE49-F238E27FC236}">
                <a16:creationId xmlns:a16="http://schemas.microsoft.com/office/drawing/2014/main" id="{3A13E61E-B78B-4839-A4FC-8B63279E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27622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E3"/>
            </a:solidFill>
            <a:prstDash val="solid"/>
          </a:ln>
        </p:spPr>
      </p:sp>
      <p:sp>
        <p:nvSpPr>
          <p:cNvPr id="10" name="step-bar-2">
            <a:extLst xmlns:a="http://schemas.openxmlformats.org/drawingml/2006/main">
              <a:ext uri="{FF2B5EF4-FFF2-40B4-BE49-F238E27FC236}">
                <a16:creationId xmlns:a16="http://schemas.microsoft.com/office/drawing/2014/main" id="{F6694565-3026-4F01-BB04-0FF13DDA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!!number-2">
            <a:extLst xmlns:a="http://schemas.openxmlformats.org/drawingml/2006/main">
              <a:ext uri="{FF2B5EF4-FFF2-40B4-BE49-F238E27FC236}">
                <a16:creationId xmlns:a16="http://schemas.microsoft.com/office/drawing/2014/main" id="{45B24420-3CF8-4026-96D0-6B1E574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!!number-text-2">
            <a:extLst xmlns:a="http://schemas.openxmlformats.org/drawingml/2006/main">
              <a:ext uri="{FF2B5EF4-FFF2-40B4-BE49-F238E27FC236}">
                <a16:creationId xmlns:a16="http://schemas.microsoft.com/office/drawing/2014/main" id="{C5855928-4019-437D-84D8-B3B94CED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57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3B71"/>
                </a:solidFill>
              </a:defRPr>
            </a:pPr>
            <a:r>
              <a:rPr sz="1725" b="1">
                <a:solidFill>
                  <a:srgbClr val="003B71"/>
                </a:solidFill>
              </a:rPr>
              <a:t>2</a:t>
            </a:r>
          </a:p>
        </p:txBody>
      </p:sp>
      <p:sp>
        <p:nvSpPr>
          <p:cNvPr id="13" name="!!title-2">
            <a:extLst xmlns:a="http://schemas.openxmlformats.org/drawingml/2006/main">
              <a:ext uri="{FF2B5EF4-FFF2-40B4-BE49-F238E27FC236}">
                <a16:creationId xmlns:a16="http://schemas.microsoft.com/office/drawing/2014/main" id="{822CA246-3918-42AF-8B5C-85CE37FA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Workshop</a:t>
            </a:r>
          </a:p>
        </p:txBody>
      </p:sp>
      <p:sp>
        <p:nvSpPr>
          <p:cNvPr id="14" name="detail-2">
            <a:extLst xmlns:a="http://schemas.openxmlformats.org/drawingml/2006/main">
              <a:ext uri="{FF2B5EF4-FFF2-40B4-BE49-F238E27FC236}">
                <a16:creationId xmlns:a16="http://schemas.microsoft.com/office/drawing/2014/main" id="{A5F8D861-C2CE-4467-B943-85CE38F0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A5568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Klassifikation erfassen</a:t>
            </a:r>
          </a:p>
        </p:txBody>
      </p:sp>
      <p:sp>
        <p:nvSpPr>
          <p:cNvPr id="15" name="!!step-3">
            <a:extLst xmlns:a="http://schemas.openxmlformats.org/drawingml/2006/main">
              <a:ext uri="{FF2B5EF4-FFF2-40B4-BE49-F238E27FC236}">
                <a16:creationId xmlns:a16="http://schemas.microsoft.com/office/drawing/2014/main" id="{4629A9F0-2353-455C-8488-E51236F2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622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E3"/>
            </a:solidFill>
            <a:prstDash val="solid"/>
          </a:ln>
        </p:spPr>
      </p:sp>
      <p:sp>
        <p:nvSpPr>
          <p:cNvPr id="16" name="step-bar-3">
            <a:extLst xmlns:a="http://schemas.openxmlformats.org/drawingml/2006/main">
              <a:ext uri="{FF2B5EF4-FFF2-40B4-BE49-F238E27FC236}">
                <a16:creationId xmlns:a16="http://schemas.microsoft.com/office/drawing/2014/main" id="{5029D0AA-86FC-48F5-B704-1E0F449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!!number-3">
            <a:extLst xmlns:a="http://schemas.openxmlformats.org/drawingml/2006/main">
              <a:ext uri="{FF2B5EF4-FFF2-40B4-BE49-F238E27FC236}">
                <a16:creationId xmlns:a16="http://schemas.microsoft.com/office/drawing/2014/main" id="{A644F1F8-D5F9-4CE7-9FD1-4C4C97B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!!number-text-3">
            <a:extLst xmlns:a="http://schemas.openxmlformats.org/drawingml/2006/main">
              <a:ext uri="{FF2B5EF4-FFF2-40B4-BE49-F238E27FC236}">
                <a16:creationId xmlns:a16="http://schemas.microsoft.com/office/drawing/2014/main" id="{139D7BAD-619B-4152-8148-B3C77328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3B71"/>
                </a:solidFill>
              </a:defRPr>
            </a:pPr>
            <a:r>
              <a:rPr sz="1725" b="1">
                <a:solidFill>
                  <a:srgbClr val="003B71"/>
                </a:solidFill>
              </a:rPr>
              <a:t>3</a:t>
            </a:r>
          </a:p>
        </p:txBody>
      </p:sp>
      <p:sp>
        <p:nvSpPr>
          <p:cNvPr id="19" name="!!title-3">
            <a:extLst xmlns:a="http://schemas.openxmlformats.org/drawingml/2006/main">
              <a:ext uri="{FF2B5EF4-FFF2-40B4-BE49-F238E27FC236}">
                <a16:creationId xmlns:a16="http://schemas.microsoft.com/office/drawing/2014/main" id="{21F76BB3-BA5A-4629-A8CB-43612C2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Auswertung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BC860FCD-917D-443E-BD18-9C02B4DC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7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A5568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Ergebnisse einordnen</a:t>
            </a:r>
          </a:p>
        </p:txBody>
      </p:sp>
      <p:sp>
        <p:nvSpPr>
          <p:cNvPr id="21" name="!!connector-1">
            <a:extLst xmlns:a="http://schemas.openxmlformats.org/drawingml/2006/main">
              <a:ext uri="{FF2B5EF4-FFF2-40B4-BE49-F238E27FC236}">
                <a16:creationId xmlns:a16="http://schemas.microsoft.com/office/drawing/2014/main" id="{498EE1A6-22BF-4590-95AF-6933830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90950"/>
            <a:ext cx="5238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!!connector-2">
            <a:extLst xmlns:a="http://schemas.openxmlformats.org/drawingml/2006/main">
              <a:ext uri="{FF2B5EF4-FFF2-40B4-BE49-F238E27FC236}">
                <a16:creationId xmlns:a16="http://schemas.microsoft.com/office/drawing/2014/main" id="{B05B3257-C3E2-4EA7-BD81-BC1FE02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5238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struction">
            <a:extLst xmlns:a="http://schemas.openxmlformats.org/drawingml/2006/main">
              <a:ext uri="{FF2B5EF4-FFF2-40B4-BE49-F238E27FC236}">
                <a16:creationId xmlns:a16="http://schemas.microsoft.com/office/drawing/2014/main" id="{64B06FFA-BE44-4291-A221-8004AD1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718096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718096"/>
                </a:solidFill>
              </a:defRPr>
            </a:pPr>
            <a:r>
              <a:rPr sz="1125" b="0">
                <a:solidFill>
                  <a:srgbClr val="718096"/>
                </a:solidFill>
              </a:rPr>
              <a:t>Weiter zur nächsten Folie</a:t>
            </a:r>
          </a:p>
        </p:txBody>
      </p:sp>
    </p:spTree>
    <p:extLst>
      <p:ext uri="{BB962C8B-B14F-4D97-AF65-F5344CB8AC3E}">
        <p14:creationId xmlns:p14="http://schemas.microsoft.com/office/powerpoint/2010/main" val="860728150"/>
      </p:ext>
    </p:extLst>
  </p:cSld>
</p:sld>
</file>

<file path=ppt/slides/slide2.xml><?xml version="1.0" encoding="utf-8"?>
<p:sld xmlns:p="http://schemas.openxmlformats.org/presentationml/2006/main" xmlns:p14="http://schemas.microsoft.com/office/powerpoint/2010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96D1A02-4322-438F-89E5-852D8570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3B71"/>
                </a:solidFill>
              </a:defRPr>
            </a:pPr>
            <a:r>
              <a:rPr sz="3150" b="1">
                <a:solidFill>
                  <a:srgbClr val="003B71"/>
                </a:solidFill>
              </a:rPr>
              <a:t>Testbasis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7B8B5E1-8238-4C3A-BC3F-CAA2B00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6566A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6566A"/>
                </a:solidFill>
              </a:defRPr>
            </a:pPr>
            <a:r>
              <a:rPr sz="1575" b="0">
                <a:solidFill>
                  <a:srgbClr val="46566A"/>
                </a:solidFill>
              </a:rPr>
              <a:t>Beispielinhalt der ersten Prozessphase</a:t>
            </a:r>
          </a:p>
        </p:txBody>
      </p:sp>
      <p:sp>
        <p:nvSpPr>
          <p:cNvPr id="3" name="!!connector-1">
            <a:extLst xmlns:a="http://schemas.openxmlformats.org/drawingml/2006/main">
              <a:ext uri="{FF2B5EF4-FFF2-40B4-BE49-F238E27FC236}">
                <a16:creationId xmlns:a16="http://schemas.microsoft.com/office/drawing/2014/main" id="{B8A84A22-A0C1-4F70-8524-561D6E8B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00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!!connector-2">
            <a:extLst xmlns:a="http://schemas.openxmlformats.org/drawingml/2006/main">
              <a:ext uri="{FF2B5EF4-FFF2-40B4-BE49-F238E27FC236}">
                <a16:creationId xmlns:a16="http://schemas.microsoft.com/office/drawing/2014/main" id="{0AD445BD-2FB1-4E8E-BACF-8783FE4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000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step-1">
            <a:extLst xmlns:a="http://schemas.openxmlformats.org/drawingml/2006/main">
              <a:ext uri="{FF2B5EF4-FFF2-40B4-BE49-F238E27FC236}">
                <a16:creationId xmlns:a16="http://schemas.microsoft.com/office/drawing/2014/main" id="{C5634164-2CF4-4A48-8540-578D0ECE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1"/>
          </a:solidFill>
          <a:ln xmlns:a="http://schemas.openxmlformats.org/drawingml/2006/main" w="11430">
            <a:solidFill>
              <a:srgbClr val="003B71"/>
            </a:solidFill>
            <a:prstDash val="solid"/>
          </a:ln>
        </p:spPr>
      </p:sp>
      <p:sp>
        <p:nvSpPr>
          <p:cNvPr id="6" name="!!number-1">
            <a:extLst xmlns:a="http://schemas.openxmlformats.org/drawingml/2006/main">
              <a:ext uri="{FF2B5EF4-FFF2-40B4-BE49-F238E27FC236}">
                <a16:creationId xmlns:a16="http://schemas.microsoft.com/office/drawing/2014/main" id="{5A2D7AA9-0564-48A1-99AF-FE9AE0A9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0096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!!number-text-1">
            <a:extLst xmlns:a="http://schemas.openxmlformats.org/drawingml/2006/main">
              <a:ext uri="{FF2B5EF4-FFF2-40B4-BE49-F238E27FC236}">
                <a16:creationId xmlns:a16="http://schemas.microsoft.com/office/drawing/2014/main" id="{ABA3E9CB-89D6-4DB9-A77B-E92FEDEF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0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!!title-1">
            <a:extLst xmlns:a="http://schemas.openxmlformats.org/drawingml/2006/main">
              <a:ext uri="{FF2B5EF4-FFF2-40B4-BE49-F238E27FC236}">
                <a16:creationId xmlns:a16="http://schemas.microsoft.com/office/drawing/2014/main" id="{505D8B56-5630-4D09-93AD-F7E59340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049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003B71"/>
                </a:solidFill>
              </a:defRPr>
            </a:pPr>
            <a:r>
              <a:rPr sz="1125" b="1">
                <a:solidFill>
                  <a:srgbClr val="003B71"/>
                </a:solidFill>
              </a:rPr>
              <a:t>Testbasis</a:t>
            </a:r>
          </a:p>
        </p:txBody>
      </p:sp>
      <p:sp>
        <p:nvSpPr>
          <p:cNvPr id="9" name="!!step-2">
            <a:extLst xmlns:a="http://schemas.openxmlformats.org/drawingml/2006/main">
              <a:ext uri="{FF2B5EF4-FFF2-40B4-BE49-F238E27FC236}">
                <a16:creationId xmlns:a16="http://schemas.microsoft.com/office/drawing/2014/main" id="{C70DA2D1-CB56-40A7-B364-83CB045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0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9C6"/>
            </a:solidFill>
            <a:prstDash val="solid"/>
          </a:ln>
        </p:spPr>
      </p:sp>
      <p:sp>
        <p:nvSpPr>
          <p:cNvPr id="10" name="!!number-2">
            <a:extLst xmlns:a="http://schemas.openxmlformats.org/drawingml/2006/main">
              <a:ext uri="{FF2B5EF4-FFF2-40B4-BE49-F238E27FC236}">
                <a16:creationId xmlns:a16="http://schemas.microsoft.com/office/drawing/2014/main" id="{EBCFB43E-989A-4E30-9138-0CD5F415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0096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!!number-text-2">
            <a:extLst xmlns:a="http://schemas.openxmlformats.org/drawingml/2006/main">
              <a:ext uri="{FF2B5EF4-FFF2-40B4-BE49-F238E27FC236}">
                <a16:creationId xmlns:a16="http://schemas.microsoft.com/office/drawing/2014/main" id="{C1B05222-AF19-48BB-A764-ED09A2D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00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5364A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5364A"/>
                </a:solidFill>
              </a:defRPr>
            </a:pPr>
            <a:r>
              <a:rPr sz="1350" b="1">
                <a:solidFill>
                  <a:srgbClr val="25364A"/>
                </a:solidFill>
              </a:rPr>
              <a:t>2</a:t>
            </a:r>
          </a:p>
        </p:txBody>
      </p:sp>
      <p:sp>
        <p:nvSpPr>
          <p:cNvPr id="12" name="!!title-2">
            <a:extLst xmlns:a="http://schemas.openxmlformats.org/drawingml/2006/main">
              <a:ext uri="{FF2B5EF4-FFF2-40B4-BE49-F238E27FC236}">
                <a16:creationId xmlns:a16="http://schemas.microsoft.com/office/drawing/2014/main" id="{ED3B1CF3-B0A7-4AD8-B02E-FBE6F7FF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49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3C4858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3C4858"/>
                </a:solidFill>
              </a:defRPr>
            </a:pPr>
            <a:r>
              <a:rPr sz="1125" b="0">
                <a:solidFill>
                  <a:srgbClr val="3C4858"/>
                </a:solidFill>
              </a:rPr>
              <a:t>Workshop</a:t>
            </a:r>
          </a:p>
        </p:txBody>
      </p:sp>
      <p:sp>
        <p:nvSpPr>
          <p:cNvPr id="13" name="!!step-3">
            <a:extLst xmlns:a="http://schemas.openxmlformats.org/drawingml/2006/main">
              <a:ext uri="{FF2B5EF4-FFF2-40B4-BE49-F238E27FC236}">
                <a16:creationId xmlns:a16="http://schemas.microsoft.com/office/drawing/2014/main" id="{6EEBFC5A-192C-4EE5-BC9F-79DEFA41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0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9C6"/>
            </a:solidFill>
            <a:prstDash val="solid"/>
          </a:ln>
        </p:spPr>
      </p:sp>
      <p:sp>
        <p:nvSpPr>
          <p:cNvPr id="14" name="!!number-3">
            <a:extLst xmlns:a="http://schemas.openxmlformats.org/drawingml/2006/main">
              <a:ext uri="{FF2B5EF4-FFF2-40B4-BE49-F238E27FC236}">
                <a16:creationId xmlns:a16="http://schemas.microsoft.com/office/drawing/2014/main" id="{1A3E6BD0-5F6E-4579-ABEB-B2CC10AF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0096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!!number-text-3">
            <a:extLst xmlns:a="http://schemas.openxmlformats.org/drawingml/2006/main">
              <a:ext uri="{FF2B5EF4-FFF2-40B4-BE49-F238E27FC236}">
                <a16:creationId xmlns:a16="http://schemas.microsoft.com/office/drawing/2014/main" id="{D70A68FC-D93F-46B2-81FC-048CF13E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00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5364A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5364A"/>
                </a:solidFill>
              </a:defRPr>
            </a:pPr>
            <a:r>
              <a:rPr sz="1350" b="1">
                <a:solidFill>
                  <a:srgbClr val="25364A"/>
                </a:solidFill>
              </a:rPr>
              <a:t>3</a:t>
            </a:r>
          </a:p>
        </p:txBody>
      </p:sp>
      <p:sp>
        <p:nvSpPr>
          <p:cNvPr id="16" name="!!title-3">
            <a:extLst xmlns:a="http://schemas.openxmlformats.org/drawingml/2006/main">
              <a:ext uri="{FF2B5EF4-FFF2-40B4-BE49-F238E27FC236}">
                <a16:creationId xmlns:a16="http://schemas.microsoft.com/office/drawing/2014/main" id="{BB321C9F-4651-4098-917C-361BA3D9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049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3C4858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3C4858"/>
                </a:solidFill>
              </a:defRPr>
            </a:pPr>
            <a:r>
              <a:rPr sz="1125" b="0">
                <a:solidFill>
                  <a:srgbClr val="3C4858"/>
                </a:solidFill>
              </a:rPr>
              <a:t>Auswertung</a:t>
            </a:r>
          </a:p>
        </p:txBody>
      </p:sp>
      <p:sp>
        <p:nvSpPr>
          <p:cNvPr id="17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2E9396B9-D25D-489B-99C7-DD70F71A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9342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8" name="content-heading">
            <a:extLst xmlns:a="http://schemas.openxmlformats.org/drawingml/2006/main">
              <a:ext uri="{FF2B5EF4-FFF2-40B4-BE49-F238E27FC236}">
                <a16:creationId xmlns:a16="http://schemas.microsoft.com/office/drawing/2014/main" id="{0249E720-3647-4C10-8948-01E1227D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3B7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3B71"/>
                </a:solidFill>
              </a:defRPr>
            </a:pPr>
            <a:r>
              <a:rPr sz="2025" b="1">
                <a:solidFill>
                  <a:srgbClr val="003B71"/>
                </a:solidFill>
              </a:rPr>
              <a:t>Beispielinhalt</a:t>
            </a:r>
          </a:p>
        </p:txBody>
      </p:sp>
      <p:sp>
        <p:nvSpPr>
          <p:cNvPr id="19" name="content-copy">
            <a:extLst xmlns:a="http://schemas.openxmlformats.org/drawingml/2006/main">
              <a:ext uri="{FF2B5EF4-FFF2-40B4-BE49-F238E27FC236}">
                <a16:creationId xmlns:a16="http://schemas.microsoft.com/office/drawing/2014/main" id="{C600BAF1-E5A8-4C6C-B997-40381EE8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Hier beginnt der Inhalt der ersten Detailfolie.</a:t>
            </a:r>
          </a:p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Die fünf großen Elemente der Übersicht bleiben als</a:t>
            </a:r>
          </a:p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kleine Orientierung oben rechts sichtbar.</a:t>
            </a:r>
          </a:p>
        </p:txBody>
      </p:sp>
      <p:sp>
        <p:nvSpPr>
          <p:cNvPr id="20" name="accent-card">
            <a:extLst xmlns:a="http://schemas.openxmlformats.org/drawingml/2006/main">
              <a:ext uri="{FF2B5EF4-FFF2-40B4-BE49-F238E27FC236}">
                <a16:creationId xmlns:a16="http://schemas.microsoft.com/office/drawing/2014/main" id="{0183FA65-EEBF-4472-990B-F5DD8B45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956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3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ent-heading">
            <a:extLst xmlns:a="http://schemas.openxmlformats.org/drawingml/2006/main">
              <a:ext uri="{FF2B5EF4-FFF2-40B4-BE49-F238E27FC236}">
                <a16:creationId xmlns:a16="http://schemas.microsoft.com/office/drawing/2014/main" id="{9C24C7CC-6B7A-4D29-B1E8-AAF3990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Morph-Effekt</a:t>
            </a:r>
          </a:p>
        </p:txBody>
      </p:sp>
      <p:sp>
        <p:nvSpPr>
          <p:cNvPr id="22" name="accent-copy">
            <a:extLst xmlns:a="http://schemas.openxmlformats.org/drawingml/2006/main">
              <a:ext uri="{FF2B5EF4-FFF2-40B4-BE49-F238E27FC236}">
                <a16:creationId xmlns:a16="http://schemas.microsoft.com/office/drawing/2014/main" id="{239E90CB-E92B-4905-80A8-AD47C77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Karten schrumpfen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zu Navigationselementen.</a:t>
            </a:r>
          </a:p>
        </p:txBody>
      </p:sp>
    </p:spTree>
    <p:extLst>
      <p:ext uri="{BB962C8B-B14F-4D97-AF65-F5344CB8AC3E}">
        <p14:creationId xmlns:p14="http://schemas.microsoft.com/office/powerpoint/2010/main" val="2018197806"/>
      </p:ext>
    </p:extLst>
  </p:cSld>
  <p:transition spd="med" advClick="1">
    <p14:morph option="byObject"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2026-10-08T11:11:55.5120000Z</dcterms:created>
  <dcterms:modified xsi:type="dcterms:W3CDTF">2026-10-08T11:11:55.5120000Z</dcterms:modified>
</coreProperties>
</file>