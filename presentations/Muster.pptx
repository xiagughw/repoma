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6"/>
  </p:sldMasterIdLst>
  <p:notesMasterIdLst>
    <p:notesMasterId r:id="rId9"/>
  </p:notesMasterIdLst>
  <p:sldIdLst>
    <p:sldId id="256" r:id="rId7"/>
    <p:sldId id="538" r:id="rId8"/>
  </p:sldIdLst>
  <p:sldSz cx="10969625" cy="6170613"/>
  <p:notesSz cx="6858000" cy="9144000"/>
  <p:custDataLst>
    <p:tags r:id="rId10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9C26F4A-4266-4B38-8832-6C52AE342142}">
          <p14:sldIdLst>
            <p14:sldId id="256"/>
            <p14:sldId id="5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FF"/>
    <a:srgbClr val="66FFFF"/>
    <a:srgbClr val="CCFFCC"/>
    <a:srgbClr val="996633"/>
    <a:srgbClr val="CC9900"/>
    <a:srgbClr val="92D050"/>
    <a:srgbClr val="00B050"/>
    <a:srgbClr val="F2CEEF"/>
    <a:srgbClr val="F7C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1" autoAdjust="0"/>
    <p:restoredTop sz="82203" autoAdjust="0"/>
  </p:normalViewPr>
  <p:slideViewPr>
    <p:cSldViewPr snapToGrid="0">
      <p:cViewPr varScale="1">
        <p:scale>
          <a:sx n="103" d="100"/>
          <a:sy n="103" d="100"/>
        </p:scale>
        <p:origin x="1065" y="51"/>
      </p:cViewPr>
      <p:guideLst/>
    </p:cSldViewPr>
  </p:slideViewPr>
  <p:outlineViewPr>
    <p:cViewPr>
      <p:scale>
        <a:sx n="33" d="100"/>
        <a:sy n="33" d="100"/>
      </p:scale>
      <p:origin x="0" y="-41744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BMG | Bosch Manufacturing Solutions | BMG-1DE/ENG11 | 28.10.2025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Manufacturing Solutions GmbH 2025.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2602898"/>
            <a:ext cx="9708316" cy="1507549"/>
          </a:xfrm>
        </p:spPr>
        <p:txBody>
          <a:bodyPr/>
          <a:lstStyle/>
          <a:p>
            <a:r>
              <a:rPr lang="en-US" dirty="0" err="1"/>
              <a:t>Besprechung</a:t>
            </a:r>
            <a:r>
              <a:rPr lang="en-US" dirty="0"/>
              <a:t> </a:t>
            </a:r>
            <a:r>
              <a:rPr lang="en-US" dirty="0" err="1"/>
              <a:t>Masterarbeit</a:t>
            </a:r>
            <a:r>
              <a:rPr lang="en-US" dirty="0"/>
              <a:t> am 21.08.2026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CB1AEB1-1764-4B8B-E94D-F79C5996ED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FDEE37-B6B1-2330-BD9F-044FC8BB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95A2AE-2A60-7915-B996-A5E72DC4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2593326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3fdc5e-9d04-4259-928d-f68da5d67bd3">
      <Terms xmlns="http://schemas.microsoft.com/office/infopath/2007/PartnerControls"/>
    </lcf76f155ced4ddcb4097134ff3c332f>
  </documentManagement>
</p:properties>
</file>

<file path=customXml/item3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BMG-1DE/ENG11</OrgInhalt>
      <Wert>BMG-1DE/ENG11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>Intern C-SC1</Wert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Manufacturing Solutions GmbH 2025. Alle Rechte vorbehalten, auch bzgl. jeder Verfügung, Verwertung, Reproduktion, Bearbeitung, Weitergabe sowie für den Fall von Schutzrechtsanmeldungen.</OrgInhalt>
      <Wert>© Robert Bosch Manufacturing Solutions GmbH 2025.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28.10.2025</OrgInhalt>
      <Wert>28.10.2025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BMG | Bosch Manufacturing Solutions</OrgInhalt>
      <Wert>BMG | Bosch Manufacturing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4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9124C1584D8A4BB6F1F865BC270BEB" ma:contentTypeVersion="10" ma:contentTypeDescription="Create a new document." ma:contentTypeScope="" ma:versionID="ede2e749fe8c460cb844de9508d12212">
  <xsd:schema xmlns:xsd="http://www.w3.org/2001/XMLSchema" xmlns:xs="http://www.w3.org/2001/XMLSchema" xmlns:p="http://schemas.microsoft.com/office/2006/metadata/properties" xmlns:ns2="a93fdc5e-9d04-4259-928d-f68da5d67bd3" targetNamespace="http://schemas.microsoft.com/office/2006/metadata/properties" ma:root="true" ma:fieldsID="0235e715146a4dba91b02b16eac4dc82" ns2:_="">
    <xsd:import namespace="a93fdc5e-9d04-4259-928d-f68da5d67b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fdc5e-9d04-4259-928d-f68da5d67b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F4CC3-1D30-42E8-A56F-2034FDB1D1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512B84-425C-48B2-A2AA-F7A51F3D2146}">
  <ds:schemaRefs>
    <ds:schemaRef ds:uri="http://schemas.microsoft.com/office/2006/metadata/properties"/>
    <ds:schemaRef ds:uri="http://schemas.microsoft.com/office/infopath/2007/PartnerControls"/>
    <ds:schemaRef ds:uri="a93fdc5e-9d04-4259-928d-f68da5d67bd3"/>
  </ds:schemaRefs>
</ds:datastoreItem>
</file>

<file path=customXml/itemProps3.xml><?xml version="1.0" encoding="utf-8"?>
<ds:datastoreItem xmlns:ds="http://schemas.openxmlformats.org/officeDocument/2006/customXml" ds:itemID="{304CF217-3C90-4AA0-B541-CE45F9BD305E}">
  <ds:schemaRefs/>
</ds:datastoreItem>
</file>

<file path=customXml/itemProps4.xml><?xml version="1.0" encoding="utf-8"?>
<ds:datastoreItem xmlns:ds="http://schemas.openxmlformats.org/officeDocument/2006/customXml" ds:itemID="{D0252559-44F8-474C-B66D-E357B88E32C2}">
  <ds:schemaRefs/>
</ds:datastoreItem>
</file>

<file path=customXml/itemProps5.xml><?xml version="1.0" encoding="utf-8"?>
<ds:datastoreItem xmlns:ds="http://schemas.openxmlformats.org/officeDocument/2006/customXml" ds:itemID="{8BC8E021-3DF0-4173-BF4A-F10798A0B9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3fdc5e-9d04-4259-928d-f68da5d67b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5</Words>
  <Application>Microsoft Office PowerPoint</Application>
  <PresentationFormat>Benutzerdefiniert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Bosch Office Sans</vt:lpstr>
      <vt:lpstr>Calibri</vt:lpstr>
      <vt:lpstr>Symbol</vt:lpstr>
      <vt:lpstr>Wingdings</vt:lpstr>
      <vt:lpstr>Bosch 2024</vt:lpstr>
      <vt:lpstr>Besprechung Masterarbeit am 21.08.2026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Bullinger Anja (BMG-1DE/ENG11)</dc:creator>
  <cp:lastModifiedBy>Duanni Wang</cp:lastModifiedBy>
  <cp:revision>5</cp:revision>
  <dcterms:created xsi:type="dcterms:W3CDTF">2025-10-28T16:07:10Z</dcterms:created>
  <dcterms:modified xsi:type="dcterms:W3CDTF">2026-08-21T10:21:22Z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0x010100849124C1584D8A4BB6F1F865BC270BEB</vt:lpwstr>
  </property>
  <property fmtid="{D5CDD505-2E9C-101B-9397-08002B2CF9AE}" pid="9" name="MediaServiceImageTags">
    <vt:lpwstr/>
  </property>
</Properties>
</file>